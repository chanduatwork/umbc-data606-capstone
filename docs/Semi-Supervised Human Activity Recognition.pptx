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>
        <p:scale>
          <a:sx n="75" d="100"/>
          <a:sy n="75" d="100"/>
        </p:scale>
        <p:origin x="974" y="259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BE50E8-78EF-4F6E-BD94-1731BB2E9B59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5C73F4-AFC0-4FD9-9D0B-2FFB07FDE9C9}">
      <dgm:prSet phldrT="[Text]"/>
      <dgm:spPr/>
      <dgm:t>
        <a:bodyPr/>
        <a:lstStyle/>
        <a:p>
          <a:r>
            <a:rPr lang="en-US" dirty="0"/>
            <a:t>Labeled (5%)</a:t>
          </a:r>
        </a:p>
      </dgm:t>
    </dgm:pt>
    <dgm:pt modelId="{D1C4E3EC-ECF1-40A1-B750-58CFB80AECCE}" type="parTrans" cxnId="{1F4CBA2E-AEDF-48D6-A4D3-CDC789A2BB60}">
      <dgm:prSet/>
      <dgm:spPr/>
      <dgm:t>
        <a:bodyPr/>
        <a:lstStyle/>
        <a:p>
          <a:endParaRPr lang="en-US"/>
        </a:p>
      </dgm:t>
    </dgm:pt>
    <dgm:pt modelId="{AC03ADA2-0932-4165-9DB0-34D92D0F5AC9}" type="sibTrans" cxnId="{1F4CBA2E-AEDF-48D6-A4D3-CDC789A2BB60}">
      <dgm:prSet/>
      <dgm:spPr/>
      <dgm:t>
        <a:bodyPr/>
        <a:lstStyle/>
        <a:p>
          <a:endParaRPr lang="en-US"/>
        </a:p>
      </dgm:t>
    </dgm:pt>
    <dgm:pt modelId="{8F212F73-4724-47CA-BD71-26125C2935B9}">
      <dgm:prSet/>
      <dgm:spPr/>
      <dgm:t>
        <a:bodyPr/>
        <a:lstStyle/>
        <a:p>
          <a:r>
            <a:rPr lang="en-US" dirty="0"/>
            <a:t>Filter (≥95%)</a:t>
          </a:r>
        </a:p>
      </dgm:t>
    </dgm:pt>
    <dgm:pt modelId="{163D6772-8982-47B7-8551-5752BD455DDD}" type="parTrans" cxnId="{1D4EA507-E530-4373-AB8D-A9D85A82D584}">
      <dgm:prSet/>
      <dgm:spPr/>
      <dgm:t>
        <a:bodyPr/>
        <a:lstStyle/>
        <a:p>
          <a:endParaRPr lang="en-US"/>
        </a:p>
      </dgm:t>
    </dgm:pt>
    <dgm:pt modelId="{7DFC107D-00B6-422F-8C1B-22015CDE6205}" type="sibTrans" cxnId="{1D4EA507-E530-4373-AB8D-A9D85A82D584}">
      <dgm:prSet/>
      <dgm:spPr/>
      <dgm:t>
        <a:bodyPr/>
        <a:lstStyle/>
        <a:p>
          <a:endParaRPr lang="en-US"/>
        </a:p>
      </dgm:t>
    </dgm:pt>
    <dgm:pt modelId="{BFABFA7A-9202-4E71-9E27-69D0C9DC4AB4}">
      <dgm:prSet phldrT="[Text]"/>
      <dgm:spPr/>
      <dgm:t>
        <a:bodyPr/>
        <a:lstStyle/>
        <a:p>
          <a:r>
            <a:rPr lang="en-US" dirty="0"/>
            <a:t>Train Model</a:t>
          </a:r>
        </a:p>
      </dgm:t>
    </dgm:pt>
    <dgm:pt modelId="{18ABD7A5-2C9C-4131-AA92-93254AA3F3C0}" type="parTrans" cxnId="{994A46EC-0B5C-4108-A05C-7B769322086D}">
      <dgm:prSet/>
      <dgm:spPr/>
      <dgm:t>
        <a:bodyPr/>
        <a:lstStyle/>
        <a:p>
          <a:endParaRPr lang="en-US"/>
        </a:p>
      </dgm:t>
    </dgm:pt>
    <dgm:pt modelId="{807CB2D1-6A67-4776-B86E-5936A9DD2AED}" type="sibTrans" cxnId="{994A46EC-0B5C-4108-A05C-7B769322086D}">
      <dgm:prSet/>
      <dgm:spPr/>
      <dgm:t>
        <a:bodyPr/>
        <a:lstStyle/>
        <a:p>
          <a:endParaRPr lang="en-US"/>
        </a:p>
      </dgm:t>
    </dgm:pt>
    <dgm:pt modelId="{1E07D887-D811-4907-A895-CC9DEA817A22}">
      <dgm:prSet phldrT="[Text]"/>
      <dgm:spPr/>
      <dgm:t>
        <a:bodyPr/>
        <a:lstStyle/>
        <a:p>
          <a:r>
            <a:rPr lang="en-US" dirty="0"/>
            <a:t>Predict</a:t>
          </a:r>
        </a:p>
      </dgm:t>
    </dgm:pt>
    <dgm:pt modelId="{CD113A5F-0A36-4316-A60A-C2A21157D157}" type="parTrans" cxnId="{E150E8BA-F309-45CE-A6B9-6B93BAA319AA}">
      <dgm:prSet/>
      <dgm:spPr/>
      <dgm:t>
        <a:bodyPr/>
        <a:lstStyle/>
        <a:p>
          <a:endParaRPr lang="en-US"/>
        </a:p>
      </dgm:t>
    </dgm:pt>
    <dgm:pt modelId="{E9B2EB05-5872-44D6-9D1E-19FDC3261A8E}" type="sibTrans" cxnId="{E150E8BA-F309-45CE-A6B9-6B93BAA319AA}">
      <dgm:prSet/>
      <dgm:spPr/>
      <dgm:t>
        <a:bodyPr/>
        <a:lstStyle/>
        <a:p>
          <a:endParaRPr lang="en-US"/>
        </a:p>
      </dgm:t>
    </dgm:pt>
    <dgm:pt modelId="{7ADE189C-6C9A-42E3-AA79-8A1AD4D58209}">
      <dgm:prSet/>
      <dgm:spPr/>
      <dgm:t>
        <a:bodyPr/>
        <a:lstStyle/>
        <a:p>
          <a:r>
            <a:rPr lang="en-US" dirty="0"/>
            <a:t>Retrain</a:t>
          </a:r>
        </a:p>
      </dgm:t>
    </dgm:pt>
    <dgm:pt modelId="{C0B5EB1F-9740-49AF-B559-BD2C45E0643A}" type="parTrans" cxnId="{A5684064-7617-43EA-B938-8DD9BEB63248}">
      <dgm:prSet/>
      <dgm:spPr/>
      <dgm:t>
        <a:bodyPr/>
        <a:lstStyle/>
        <a:p>
          <a:endParaRPr lang="en-US"/>
        </a:p>
      </dgm:t>
    </dgm:pt>
    <dgm:pt modelId="{D5C5FF98-20F6-4228-9E17-33CA98A7D21D}" type="sibTrans" cxnId="{A5684064-7617-43EA-B938-8DD9BEB63248}">
      <dgm:prSet/>
      <dgm:spPr/>
      <dgm:t>
        <a:bodyPr/>
        <a:lstStyle/>
        <a:p>
          <a:endParaRPr lang="en-US"/>
        </a:p>
      </dgm:t>
    </dgm:pt>
    <dgm:pt modelId="{7FD3606F-C596-44EF-8A88-4E03469371B1}">
      <dgm:prSet/>
      <dgm:spPr/>
      <dgm:t>
        <a:bodyPr/>
        <a:lstStyle/>
        <a:p>
          <a:r>
            <a:rPr lang="en-US"/>
            <a:t>90.6%</a:t>
          </a:r>
          <a:endParaRPr lang="en-US" dirty="0"/>
        </a:p>
      </dgm:t>
    </dgm:pt>
    <dgm:pt modelId="{B2A0F705-7CCD-4637-B133-32203BC6C150}" type="parTrans" cxnId="{4E9C0CFA-69D7-4A69-8556-01EB55AADB78}">
      <dgm:prSet/>
      <dgm:spPr/>
      <dgm:t>
        <a:bodyPr/>
        <a:lstStyle/>
        <a:p>
          <a:endParaRPr lang="en-US"/>
        </a:p>
      </dgm:t>
    </dgm:pt>
    <dgm:pt modelId="{A1B3EBD6-0E60-4520-8BCE-29F42E0552FB}" type="sibTrans" cxnId="{4E9C0CFA-69D7-4A69-8556-01EB55AADB78}">
      <dgm:prSet/>
      <dgm:spPr/>
      <dgm:t>
        <a:bodyPr/>
        <a:lstStyle/>
        <a:p>
          <a:endParaRPr lang="en-US"/>
        </a:p>
      </dgm:t>
    </dgm:pt>
    <dgm:pt modelId="{AFAE171C-298F-4C7A-A779-6A30D852D97C}" type="pres">
      <dgm:prSet presAssocID="{69BE50E8-78EF-4F6E-BD94-1731BB2E9B59}" presName="Name0" presStyleCnt="0">
        <dgm:presLayoutVars>
          <dgm:dir/>
          <dgm:resizeHandles val="exact"/>
        </dgm:presLayoutVars>
      </dgm:prSet>
      <dgm:spPr/>
    </dgm:pt>
    <dgm:pt modelId="{1EB6525C-CA06-4078-AFA4-D528CC2B1751}" type="pres">
      <dgm:prSet presAssocID="{475C73F4-AFC0-4FD9-9D0B-2FFB07FDE9C9}" presName="node" presStyleLbl="node1" presStyleIdx="0" presStyleCnt="6">
        <dgm:presLayoutVars>
          <dgm:bulletEnabled val="1"/>
        </dgm:presLayoutVars>
      </dgm:prSet>
      <dgm:spPr/>
    </dgm:pt>
    <dgm:pt modelId="{74CA941A-C4CB-40BF-A905-5116A146CA92}" type="pres">
      <dgm:prSet presAssocID="{AC03ADA2-0932-4165-9DB0-34D92D0F5AC9}" presName="sibTrans" presStyleLbl="sibTrans1D1" presStyleIdx="0" presStyleCnt="5"/>
      <dgm:spPr/>
    </dgm:pt>
    <dgm:pt modelId="{21B325A7-7AA4-440E-A083-79336881B5FB}" type="pres">
      <dgm:prSet presAssocID="{AC03ADA2-0932-4165-9DB0-34D92D0F5AC9}" presName="connectorText" presStyleLbl="sibTrans1D1" presStyleIdx="0" presStyleCnt="5"/>
      <dgm:spPr/>
    </dgm:pt>
    <dgm:pt modelId="{3D7D24CB-5E22-4112-9067-CEFAA451E4DA}" type="pres">
      <dgm:prSet presAssocID="{BFABFA7A-9202-4E71-9E27-69D0C9DC4AB4}" presName="node" presStyleLbl="node1" presStyleIdx="1" presStyleCnt="6">
        <dgm:presLayoutVars>
          <dgm:bulletEnabled val="1"/>
        </dgm:presLayoutVars>
      </dgm:prSet>
      <dgm:spPr/>
    </dgm:pt>
    <dgm:pt modelId="{5B59A7DB-42D1-49E3-A901-630CBCCF971B}" type="pres">
      <dgm:prSet presAssocID="{807CB2D1-6A67-4776-B86E-5936A9DD2AED}" presName="sibTrans" presStyleLbl="sibTrans1D1" presStyleIdx="1" presStyleCnt="5"/>
      <dgm:spPr/>
    </dgm:pt>
    <dgm:pt modelId="{53778710-DBCF-4C45-8F9C-E4B7E90CC603}" type="pres">
      <dgm:prSet presAssocID="{807CB2D1-6A67-4776-B86E-5936A9DD2AED}" presName="connectorText" presStyleLbl="sibTrans1D1" presStyleIdx="1" presStyleCnt="5"/>
      <dgm:spPr/>
    </dgm:pt>
    <dgm:pt modelId="{9318D49C-79BC-462F-B326-EC24E9258A8D}" type="pres">
      <dgm:prSet presAssocID="{1E07D887-D811-4907-A895-CC9DEA817A22}" presName="node" presStyleLbl="node1" presStyleIdx="2" presStyleCnt="6">
        <dgm:presLayoutVars>
          <dgm:bulletEnabled val="1"/>
        </dgm:presLayoutVars>
      </dgm:prSet>
      <dgm:spPr/>
    </dgm:pt>
    <dgm:pt modelId="{329AFD69-13DF-42C7-A898-B4F7A3DA23E6}" type="pres">
      <dgm:prSet presAssocID="{E9B2EB05-5872-44D6-9D1E-19FDC3261A8E}" presName="sibTrans" presStyleLbl="sibTrans1D1" presStyleIdx="2" presStyleCnt="5"/>
      <dgm:spPr/>
    </dgm:pt>
    <dgm:pt modelId="{F4C53C0E-D90C-44AC-92E1-E59E68F9E7A1}" type="pres">
      <dgm:prSet presAssocID="{E9B2EB05-5872-44D6-9D1E-19FDC3261A8E}" presName="connectorText" presStyleLbl="sibTrans1D1" presStyleIdx="2" presStyleCnt="5"/>
      <dgm:spPr/>
    </dgm:pt>
    <dgm:pt modelId="{93775798-843E-4918-A047-EA7C1B285F2B}" type="pres">
      <dgm:prSet presAssocID="{8F212F73-4724-47CA-BD71-26125C2935B9}" presName="node" presStyleLbl="node1" presStyleIdx="3" presStyleCnt="6">
        <dgm:presLayoutVars>
          <dgm:bulletEnabled val="1"/>
        </dgm:presLayoutVars>
      </dgm:prSet>
      <dgm:spPr/>
    </dgm:pt>
    <dgm:pt modelId="{1B2A10CA-DDC2-47CD-B0A3-7A58991DA9E6}" type="pres">
      <dgm:prSet presAssocID="{7DFC107D-00B6-422F-8C1B-22015CDE6205}" presName="sibTrans" presStyleLbl="sibTrans1D1" presStyleIdx="3" presStyleCnt="5"/>
      <dgm:spPr/>
    </dgm:pt>
    <dgm:pt modelId="{395C0A49-D54B-4EC5-B766-5098BCB20B40}" type="pres">
      <dgm:prSet presAssocID="{7DFC107D-00B6-422F-8C1B-22015CDE6205}" presName="connectorText" presStyleLbl="sibTrans1D1" presStyleIdx="3" presStyleCnt="5"/>
      <dgm:spPr/>
    </dgm:pt>
    <dgm:pt modelId="{A14D78AB-17C7-46B3-9E29-3D6A79524A63}" type="pres">
      <dgm:prSet presAssocID="{7ADE189C-6C9A-42E3-AA79-8A1AD4D58209}" presName="node" presStyleLbl="node1" presStyleIdx="4" presStyleCnt="6">
        <dgm:presLayoutVars>
          <dgm:bulletEnabled val="1"/>
        </dgm:presLayoutVars>
      </dgm:prSet>
      <dgm:spPr/>
    </dgm:pt>
    <dgm:pt modelId="{7F308141-CD0A-4F95-BC8E-0AFDF9992516}" type="pres">
      <dgm:prSet presAssocID="{D5C5FF98-20F6-4228-9E17-33CA98A7D21D}" presName="sibTrans" presStyleLbl="sibTrans1D1" presStyleIdx="4" presStyleCnt="5"/>
      <dgm:spPr/>
    </dgm:pt>
    <dgm:pt modelId="{EF005CBE-B478-4AC5-902C-CEAC38B9650D}" type="pres">
      <dgm:prSet presAssocID="{D5C5FF98-20F6-4228-9E17-33CA98A7D21D}" presName="connectorText" presStyleLbl="sibTrans1D1" presStyleIdx="4" presStyleCnt="5"/>
      <dgm:spPr/>
    </dgm:pt>
    <dgm:pt modelId="{BEFC512C-4F4E-4CA2-95D6-061F40DE9DAA}" type="pres">
      <dgm:prSet presAssocID="{7FD3606F-C596-44EF-8A88-4E03469371B1}" presName="node" presStyleLbl="node1" presStyleIdx="5" presStyleCnt="6">
        <dgm:presLayoutVars>
          <dgm:bulletEnabled val="1"/>
        </dgm:presLayoutVars>
      </dgm:prSet>
      <dgm:spPr/>
    </dgm:pt>
  </dgm:ptLst>
  <dgm:cxnLst>
    <dgm:cxn modelId="{10008003-0BBD-4243-879A-A612D6544258}" type="presOf" srcId="{AC03ADA2-0932-4165-9DB0-34D92D0F5AC9}" destId="{74CA941A-C4CB-40BF-A905-5116A146CA92}" srcOrd="0" destOrd="0" presId="urn:microsoft.com/office/officeart/2005/8/layout/bProcess3"/>
    <dgm:cxn modelId="{4F787704-94DF-4977-9202-F96F754FF522}" type="presOf" srcId="{1E07D887-D811-4907-A895-CC9DEA817A22}" destId="{9318D49C-79BC-462F-B326-EC24E9258A8D}" srcOrd="0" destOrd="0" presId="urn:microsoft.com/office/officeart/2005/8/layout/bProcess3"/>
    <dgm:cxn modelId="{1D4EA507-E530-4373-AB8D-A9D85A82D584}" srcId="{69BE50E8-78EF-4F6E-BD94-1731BB2E9B59}" destId="{8F212F73-4724-47CA-BD71-26125C2935B9}" srcOrd="3" destOrd="0" parTransId="{163D6772-8982-47B7-8551-5752BD455DDD}" sibTransId="{7DFC107D-00B6-422F-8C1B-22015CDE6205}"/>
    <dgm:cxn modelId="{9C04B519-A9B7-4614-BD81-98D4B38C19F1}" type="presOf" srcId="{7ADE189C-6C9A-42E3-AA79-8A1AD4D58209}" destId="{A14D78AB-17C7-46B3-9E29-3D6A79524A63}" srcOrd="0" destOrd="0" presId="urn:microsoft.com/office/officeart/2005/8/layout/bProcess3"/>
    <dgm:cxn modelId="{B4B5A624-13C3-4595-9A52-D264CF67430C}" type="presOf" srcId="{475C73F4-AFC0-4FD9-9D0B-2FFB07FDE9C9}" destId="{1EB6525C-CA06-4078-AFA4-D528CC2B1751}" srcOrd="0" destOrd="0" presId="urn:microsoft.com/office/officeart/2005/8/layout/bProcess3"/>
    <dgm:cxn modelId="{1F4CBA2E-AEDF-48D6-A4D3-CDC789A2BB60}" srcId="{69BE50E8-78EF-4F6E-BD94-1731BB2E9B59}" destId="{475C73F4-AFC0-4FD9-9D0B-2FFB07FDE9C9}" srcOrd="0" destOrd="0" parTransId="{D1C4E3EC-ECF1-40A1-B750-58CFB80AECCE}" sibTransId="{AC03ADA2-0932-4165-9DB0-34D92D0F5AC9}"/>
    <dgm:cxn modelId="{ECAB7B33-83E2-44FC-92E2-7A01A29807C6}" type="presOf" srcId="{D5C5FF98-20F6-4228-9E17-33CA98A7D21D}" destId="{7F308141-CD0A-4F95-BC8E-0AFDF9992516}" srcOrd="0" destOrd="0" presId="urn:microsoft.com/office/officeart/2005/8/layout/bProcess3"/>
    <dgm:cxn modelId="{3BD9003D-C89B-4ACD-BAAC-24DA6C952A7E}" type="presOf" srcId="{7FD3606F-C596-44EF-8A88-4E03469371B1}" destId="{BEFC512C-4F4E-4CA2-95D6-061F40DE9DAA}" srcOrd="0" destOrd="0" presId="urn:microsoft.com/office/officeart/2005/8/layout/bProcess3"/>
    <dgm:cxn modelId="{A5684064-7617-43EA-B938-8DD9BEB63248}" srcId="{69BE50E8-78EF-4F6E-BD94-1731BB2E9B59}" destId="{7ADE189C-6C9A-42E3-AA79-8A1AD4D58209}" srcOrd="4" destOrd="0" parTransId="{C0B5EB1F-9740-49AF-B559-BD2C45E0643A}" sibTransId="{D5C5FF98-20F6-4228-9E17-33CA98A7D21D}"/>
    <dgm:cxn modelId="{FF935A6E-237E-43E8-9985-AE79F154740B}" type="presOf" srcId="{69BE50E8-78EF-4F6E-BD94-1731BB2E9B59}" destId="{AFAE171C-298F-4C7A-A779-6A30D852D97C}" srcOrd="0" destOrd="0" presId="urn:microsoft.com/office/officeart/2005/8/layout/bProcess3"/>
    <dgm:cxn modelId="{B86D8B6E-E174-441E-BF31-57D69B122949}" type="presOf" srcId="{AC03ADA2-0932-4165-9DB0-34D92D0F5AC9}" destId="{21B325A7-7AA4-440E-A083-79336881B5FB}" srcOrd="1" destOrd="0" presId="urn:microsoft.com/office/officeart/2005/8/layout/bProcess3"/>
    <dgm:cxn modelId="{754C227B-1C82-4294-98AD-9FFE493FC977}" type="presOf" srcId="{8F212F73-4724-47CA-BD71-26125C2935B9}" destId="{93775798-843E-4918-A047-EA7C1B285F2B}" srcOrd="0" destOrd="0" presId="urn:microsoft.com/office/officeart/2005/8/layout/bProcess3"/>
    <dgm:cxn modelId="{B3DA2397-DBDE-40D1-A2F3-6D84D63978D2}" type="presOf" srcId="{807CB2D1-6A67-4776-B86E-5936A9DD2AED}" destId="{5B59A7DB-42D1-49E3-A901-630CBCCF971B}" srcOrd="0" destOrd="0" presId="urn:microsoft.com/office/officeart/2005/8/layout/bProcess3"/>
    <dgm:cxn modelId="{AF437CA1-5A01-45DD-9E37-C9B1297DEF09}" type="presOf" srcId="{7DFC107D-00B6-422F-8C1B-22015CDE6205}" destId="{1B2A10CA-DDC2-47CD-B0A3-7A58991DA9E6}" srcOrd="0" destOrd="0" presId="urn:microsoft.com/office/officeart/2005/8/layout/bProcess3"/>
    <dgm:cxn modelId="{555C26A6-C3FB-488F-99A6-FCBB44816E40}" type="presOf" srcId="{D5C5FF98-20F6-4228-9E17-33CA98A7D21D}" destId="{EF005CBE-B478-4AC5-902C-CEAC38B9650D}" srcOrd="1" destOrd="0" presId="urn:microsoft.com/office/officeart/2005/8/layout/bProcess3"/>
    <dgm:cxn modelId="{99E851B5-E681-495E-BAE6-1A42A246F9DF}" type="presOf" srcId="{E9B2EB05-5872-44D6-9D1E-19FDC3261A8E}" destId="{F4C53C0E-D90C-44AC-92E1-E59E68F9E7A1}" srcOrd="1" destOrd="0" presId="urn:microsoft.com/office/officeart/2005/8/layout/bProcess3"/>
    <dgm:cxn modelId="{E150E8BA-F309-45CE-A6B9-6B93BAA319AA}" srcId="{69BE50E8-78EF-4F6E-BD94-1731BB2E9B59}" destId="{1E07D887-D811-4907-A895-CC9DEA817A22}" srcOrd="2" destOrd="0" parTransId="{CD113A5F-0A36-4316-A60A-C2A21157D157}" sibTransId="{E9B2EB05-5872-44D6-9D1E-19FDC3261A8E}"/>
    <dgm:cxn modelId="{A70DA0D4-E102-479A-8F29-DBF1FB59A09A}" type="presOf" srcId="{E9B2EB05-5872-44D6-9D1E-19FDC3261A8E}" destId="{329AFD69-13DF-42C7-A898-B4F7A3DA23E6}" srcOrd="0" destOrd="0" presId="urn:microsoft.com/office/officeart/2005/8/layout/bProcess3"/>
    <dgm:cxn modelId="{BDC859E6-930C-4063-A659-35B1DDB081F1}" type="presOf" srcId="{807CB2D1-6A67-4776-B86E-5936A9DD2AED}" destId="{53778710-DBCF-4C45-8F9C-E4B7E90CC603}" srcOrd="1" destOrd="0" presId="urn:microsoft.com/office/officeart/2005/8/layout/bProcess3"/>
    <dgm:cxn modelId="{994A46EC-0B5C-4108-A05C-7B769322086D}" srcId="{69BE50E8-78EF-4F6E-BD94-1731BB2E9B59}" destId="{BFABFA7A-9202-4E71-9E27-69D0C9DC4AB4}" srcOrd="1" destOrd="0" parTransId="{18ABD7A5-2C9C-4131-AA92-93254AA3F3C0}" sibTransId="{807CB2D1-6A67-4776-B86E-5936A9DD2AED}"/>
    <dgm:cxn modelId="{D263C6EC-E2B1-431D-B650-151197182E79}" type="presOf" srcId="{7DFC107D-00B6-422F-8C1B-22015CDE6205}" destId="{395C0A49-D54B-4EC5-B766-5098BCB20B40}" srcOrd="1" destOrd="0" presId="urn:microsoft.com/office/officeart/2005/8/layout/bProcess3"/>
    <dgm:cxn modelId="{266F72F3-2723-4A1E-9BF3-8C7C7F391B9C}" type="presOf" srcId="{BFABFA7A-9202-4E71-9E27-69D0C9DC4AB4}" destId="{3D7D24CB-5E22-4112-9067-CEFAA451E4DA}" srcOrd="0" destOrd="0" presId="urn:microsoft.com/office/officeart/2005/8/layout/bProcess3"/>
    <dgm:cxn modelId="{4E9C0CFA-69D7-4A69-8556-01EB55AADB78}" srcId="{69BE50E8-78EF-4F6E-BD94-1731BB2E9B59}" destId="{7FD3606F-C596-44EF-8A88-4E03469371B1}" srcOrd="5" destOrd="0" parTransId="{B2A0F705-7CCD-4637-B133-32203BC6C150}" sibTransId="{A1B3EBD6-0E60-4520-8BCE-29F42E0552FB}"/>
    <dgm:cxn modelId="{70E938C2-0D74-42EA-8035-8ACD28C63BDC}" type="presParOf" srcId="{AFAE171C-298F-4C7A-A779-6A30D852D97C}" destId="{1EB6525C-CA06-4078-AFA4-D528CC2B1751}" srcOrd="0" destOrd="0" presId="urn:microsoft.com/office/officeart/2005/8/layout/bProcess3"/>
    <dgm:cxn modelId="{5094531C-50E2-4476-81C4-1C6F49F8215D}" type="presParOf" srcId="{AFAE171C-298F-4C7A-A779-6A30D852D97C}" destId="{74CA941A-C4CB-40BF-A905-5116A146CA92}" srcOrd="1" destOrd="0" presId="urn:microsoft.com/office/officeart/2005/8/layout/bProcess3"/>
    <dgm:cxn modelId="{CBC2B440-9383-4C75-93EE-5C8A56552E2D}" type="presParOf" srcId="{74CA941A-C4CB-40BF-A905-5116A146CA92}" destId="{21B325A7-7AA4-440E-A083-79336881B5FB}" srcOrd="0" destOrd="0" presId="urn:microsoft.com/office/officeart/2005/8/layout/bProcess3"/>
    <dgm:cxn modelId="{E8E041FC-3CDF-401D-8518-5877165B3AF3}" type="presParOf" srcId="{AFAE171C-298F-4C7A-A779-6A30D852D97C}" destId="{3D7D24CB-5E22-4112-9067-CEFAA451E4DA}" srcOrd="2" destOrd="0" presId="urn:microsoft.com/office/officeart/2005/8/layout/bProcess3"/>
    <dgm:cxn modelId="{A069EB70-D0EC-4943-8600-FEEA49BE732F}" type="presParOf" srcId="{AFAE171C-298F-4C7A-A779-6A30D852D97C}" destId="{5B59A7DB-42D1-49E3-A901-630CBCCF971B}" srcOrd="3" destOrd="0" presId="urn:microsoft.com/office/officeart/2005/8/layout/bProcess3"/>
    <dgm:cxn modelId="{FCBF83A0-14C7-4623-A6CE-F953D4501B1A}" type="presParOf" srcId="{5B59A7DB-42D1-49E3-A901-630CBCCF971B}" destId="{53778710-DBCF-4C45-8F9C-E4B7E90CC603}" srcOrd="0" destOrd="0" presId="urn:microsoft.com/office/officeart/2005/8/layout/bProcess3"/>
    <dgm:cxn modelId="{0B1B4E8C-4C00-462E-96CA-DC72C7B8DEC4}" type="presParOf" srcId="{AFAE171C-298F-4C7A-A779-6A30D852D97C}" destId="{9318D49C-79BC-462F-B326-EC24E9258A8D}" srcOrd="4" destOrd="0" presId="urn:microsoft.com/office/officeart/2005/8/layout/bProcess3"/>
    <dgm:cxn modelId="{A6BAB6F0-0B4E-45B3-8823-9D3FD7E7A0C9}" type="presParOf" srcId="{AFAE171C-298F-4C7A-A779-6A30D852D97C}" destId="{329AFD69-13DF-42C7-A898-B4F7A3DA23E6}" srcOrd="5" destOrd="0" presId="urn:microsoft.com/office/officeart/2005/8/layout/bProcess3"/>
    <dgm:cxn modelId="{B1247A16-E9ED-4B07-B40F-90F0B7ABC28D}" type="presParOf" srcId="{329AFD69-13DF-42C7-A898-B4F7A3DA23E6}" destId="{F4C53C0E-D90C-44AC-92E1-E59E68F9E7A1}" srcOrd="0" destOrd="0" presId="urn:microsoft.com/office/officeart/2005/8/layout/bProcess3"/>
    <dgm:cxn modelId="{A3529806-6D17-4483-8839-BFC6E73CE871}" type="presParOf" srcId="{AFAE171C-298F-4C7A-A779-6A30D852D97C}" destId="{93775798-843E-4918-A047-EA7C1B285F2B}" srcOrd="6" destOrd="0" presId="urn:microsoft.com/office/officeart/2005/8/layout/bProcess3"/>
    <dgm:cxn modelId="{74109768-852B-4233-AF98-9E7C797E1BF0}" type="presParOf" srcId="{AFAE171C-298F-4C7A-A779-6A30D852D97C}" destId="{1B2A10CA-DDC2-47CD-B0A3-7A58991DA9E6}" srcOrd="7" destOrd="0" presId="urn:microsoft.com/office/officeart/2005/8/layout/bProcess3"/>
    <dgm:cxn modelId="{015CBB27-1ECD-40D2-820B-BAD9CE3C39ED}" type="presParOf" srcId="{1B2A10CA-DDC2-47CD-B0A3-7A58991DA9E6}" destId="{395C0A49-D54B-4EC5-B766-5098BCB20B40}" srcOrd="0" destOrd="0" presId="urn:microsoft.com/office/officeart/2005/8/layout/bProcess3"/>
    <dgm:cxn modelId="{7DD67ADA-4431-4851-AC3F-FF8F1676B5E6}" type="presParOf" srcId="{AFAE171C-298F-4C7A-A779-6A30D852D97C}" destId="{A14D78AB-17C7-46B3-9E29-3D6A79524A63}" srcOrd="8" destOrd="0" presId="urn:microsoft.com/office/officeart/2005/8/layout/bProcess3"/>
    <dgm:cxn modelId="{BEC6F89B-2B00-409A-995B-D0BF554AB60F}" type="presParOf" srcId="{AFAE171C-298F-4C7A-A779-6A30D852D97C}" destId="{7F308141-CD0A-4F95-BC8E-0AFDF9992516}" srcOrd="9" destOrd="0" presId="urn:microsoft.com/office/officeart/2005/8/layout/bProcess3"/>
    <dgm:cxn modelId="{5E3D3FEF-1FB5-4245-9485-A0995EB2B263}" type="presParOf" srcId="{7F308141-CD0A-4F95-BC8E-0AFDF9992516}" destId="{EF005CBE-B478-4AC5-902C-CEAC38B9650D}" srcOrd="0" destOrd="0" presId="urn:microsoft.com/office/officeart/2005/8/layout/bProcess3"/>
    <dgm:cxn modelId="{8FB60558-A5F0-4EC9-8430-86F43C06C4A9}" type="presParOf" srcId="{AFAE171C-298F-4C7A-A779-6A30D852D97C}" destId="{BEFC512C-4F4E-4CA2-95D6-061F40DE9DAA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791B42-BE4A-4BDF-8AFF-C575E5BC4EA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8125F8-B0A7-4C8C-9A82-FBC2A672AA85}">
      <dgm:prSet phldrT="[Text]"/>
      <dgm:spPr/>
      <dgm:t>
        <a:bodyPr/>
        <a:lstStyle/>
        <a:p>
          <a:r>
            <a:rPr lang="en-US"/>
            <a:t>Sensor Data (561) </a:t>
          </a:r>
        </a:p>
      </dgm:t>
    </dgm:pt>
    <dgm:pt modelId="{4F57E0EE-7C54-4782-A53D-96AA12D5A8F0}" type="parTrans" cxnId="{7360604B-8A70-41E1-9293-BBCCFE8C93DF}">
      <dgm:prSet/>
      <dgm:spPr/>
      <dgm:t>
        <a:bodyPr/>
        <a:lstStyle/>
        <a:p>
          <a:endParaRPr lang="en-US"/>
        </a:p>
      </dgm:t>
    </dgm:pt>
    <dgm:pt modelId="{0FEF1E42-6E42-4449-8149-4C4292FFAFD5}" type="sibTrans" cxnId="{7360604B-8A70-41E1-9293-BBCCFE8C93DF}">
      <dgm:prSet/>
      <dgm:spPr/>
      <dgm:t>
        <a:bodyPr/>
        <a:lstStyle/>
        <a:p>
          <a:endParaRPr lang="en-US"/>
        </a:p>
      </dgm:t>
    </dgm:pt>
    <dgm:pt modelId="{C626BF00-1D04-46F8-97F6-38FACE7F4FD5}">
      <dgm:prSet/>
      <dgm:spPr/>
      <dgm:t>
        <a:bodyPr/>
        <a:lstStyle/>
        <a:p>
          <a:r>
            <a:rPr lang="en-US"/>
            <a:t>Scaler </a:t>
          </a:r>
        </a:p>
      </dgm:t>
    </dgm:pt>
    <dgm:pt modelId="{BB90FC8F-68E9-4DD5-9ABE-337D481F2B6F}" type="parTrans" cxnId="{409D5C8E-76C4-4E44-BB60-20A63E1D304D}">
      <dgm:prSet/>
      <dgm:spPr/>
      <dgm:t>
        <a:bodyPr/>
        <a:lstStyle/>
        <a:p>
          <a:endParaRPr lang="en-US"/>
        </a:p>
      </dgm:t>
    </dgm:pt>
    <dgm:pt modelId="{EA2B6D38-D0C5-46DE-AD3D-CD9929F75DFB}" type="sibTrans" cxnId="{409D5C8E-76C4-4E44-BB60-20A63E1D304D}">
      <dgm:prSet/>
      <dgm:spPr/>
      <dgm:t>
        <a:bodyPr/>
        <a:lstStyle/>
        <a:p>
          <a:endParaRPr lang="en-US"/>
        </a:p>
      </dgm:t>
    </dgm:pt>
    <dgm:pt modelId="{55923177-3198-478A-B579-6C0D83578EEF}">
      <dgm:prSet/>
      <dgm:spPr/>
      <dgm:t>
        <a:bodyPr/>
        <a:lstStyle/>
        <a:p>
          <a:r>
            <a:rPr lang="en-US"/>
            <a:t>Logistic Regression </a:t>
          </a:r>
        </a:p>
      </dgm:t>
    </dgm:pt>
    <dgm:pt modelId="{A04D2317-8AB9-4FD7-983B-CFEAC51C3638}" type="parTrans" cxnId="{F3B6F196-5748-45F4-AD39-FA16EE119C00}">
      <dgm:prSet/>
      <dgm:spPr/>
      <dgm:t>
        <a:bodyPr/>
        <a:lstStyle/>
        <a:p>
          <a:endParaRPr lang="en-US"/>
        </a:p>
      </dgm:t>
    </dgm:pt>
    <dgm:pt modelId="{78F2D8B3-FB28-4767-A008-E45E54172156}" type="sibTrans" cxnId="{F3B6F196-5748-45F4-AD39-FA16EE119C00}">
      <dgm:prSet/>
      <dgm:spPr/>
      <dgm:t>
        <a:bodyPr/>
        <a:lstStyle/>
        <a:p>
          <a:endParaRPr lang="en-US"/>
        </a:p>
      </dgm:t>
    </dgm:pt>
    <dgm:pt modelId="{6C698B5B-F9A9-4BB1-87B8-616BF870F8D1}">
      <dgm:prSet/>
      <dgm:spPr/>
      <dgm:t>
        <a:bodyPr/>
        <a:lstStyle/>
        <a:p>
          <a:r>
            <a:rPr lang="en-US"/>
            <a:t>Prediction</a:t>
          </a:r>
        </a:p>
      </dgm:t>
    </dgm:pt>
    <dgm:pt modelId="{4CE23EBC-625E-415D-849B-9C60FFEBE7D1}" type="parTrans" cxnId="{3E37C807-B486-493F-B329-336B5700EAF6}">
      <dgm:prSet/>
      <dgm:spPr/>
      <dgm:t>
        <a:bodyPr/>
        <a:lstStyle/>
        <a:p>
          <a:endParaRPr lang="en-US"/>
        </a:p>
      </dgm:t>
    </dgm:pt>
    <dgm:pt modelId="{4FEDA674-F9C3-40F5-A168-3E7FACE35020}" type="sibTrans" cxnId="{3E37C807-B486-493F-B329-336B5700EAF6}">
      <dgm:prSet/>
      <dgm:spPr/>
      <dgm:t>
        <a:bodyPr/>
        <a:lstStyle/>
        <a:p>
          <a:endParaRPr lang="en-US"/>
        </a:p>
      </dgm:t>
    </dgm:pt>
    <dgm:pt modelId="{C53C4616-5085-4FD2-AE68-1BC32ADA01A9}" type="pres">
      <dgm:prSet presAssocID="{39791B42-BE4A-4BDF-8AFF-C575E5BC4EA2}" presName="outerComposite" presStyleCnt="0">
        <dgm:presLayoutVars>
          <dgm:chMax val="5"/>
          <dgm:dir/>
          <dgm:resizeHandles val="exact"/>
        </dgm:presLayoutVars>
      </dgm:prSet>
      <dgm:spPr/>
    </dgm:pt>
    <dgm:pt modelId="{81969C08-B802-40DA-9600-03DC223F027E}" type="pres">
      <dgm:prSet presAssocID="{39791B42-BE4A-4BDF-8AFF-C575E5BC4EA2}" presName="dummyMaxCanvas" presStyleCnt="0">
        <dgm:presLayoutVars/>
      </dgm:prSet>
      <dgm:spPr/>
    </dgm:pt>
    <dgm:pt modelId="{AFD809A9-A20D-4DEB-A29F-4376A5A3BD19}" type="pres">
      <dgm:prSet presAssocID="{39791B42-BE4A-4BDF-8AFF-C575E5BC4EA2}" presName="FourNodes_1" presStyleLbl="node1" presStyleIdx="0" presStyleCnt="4">
        <dgm:presLayoutVars>
          <dgm:bulletEnabled val="1"/>
        </dgm:presLayoutVars>
      </dgm:prSet>
      <dgm:spPr/>
    </dgm:pt>
    <dgm:pt modelId="{4CA948F3-4982-4E2E-B922-C4C3C3565BEA}" type="pres">
      <dgm:prSet presAssocID="{39791B42-BE4A-4BDF-8AFF-C575E5BC4EA2}" presName="FourNodes_2" presStyleLbl="node1" presStyleIdx="1" presStyleCnt="4">
        <dgm:presLayoutVars>
          <dgm:bulletEnabled val="1"/>
        </dgm:presLayoutVars>
      </dgm:prSet>
      <dgm:spPr/>
    </dgm:pt>
    <dgm:pt modelId="{8D7DA668-6264-48EC-922E-AB6010330B11}" type="pres">
      <dgm:prSet presAssocID="{39791B42-BE4A-4BDF-8AFF-C575E5BC4EA2}" presName="FourNodes_3" presStyleLbl="node1" presStyleIdx="2" presStyleCnt="4">
        <dgm:presLayoutVars>
          <dgm:bulletEnabled val="1"/>
        </dgm:presLayoutVars>
      </dgm:prSet>
      <dgm:spPr/>
    </dgm:pt>
    <dgm:pt modelId="{2AD65053-E4DE-42B8-89F4-EDA64C77B76A}" type="pres">
      <dgm:prSet presAssocID="{39791B42-BE4A-4BDF-8AFF-C575E5BC4EA2}" presName="FourNodes_4" presStyleLbl="node1" presStyleIdx="3" presStyleCnt="4">
        <dgm:presLayoutVars>
          <dgm:bulletEnabled val="1"/>
        </dgm:presLayoutVars>
      </dgm:prSet>
      <dgm:spPr/>
    </dgm:pt>
    <dgm:pt modelId="{879A2752-DF5C-4E06-A072-09E1FBD8ADDF}" type="pres">
      <dgm:prSet presAssocID="{39791B42-BE4A-4BDF-8AFF-C575E5BC4EA2}" presName="FourConn_1-2" presStyleLbl="fgAccFollowNode1" presStyleIdx="0" presStyleCnt="3">
        <dgm:presLayoutVars>
          <dgm:bulletEnabled val="1"/>
        </dgm:presLayoutVars>
      </dgm:prSet>
      <dgm:spPr/>
    </dgm:pt>
    <dgm:pt modelId="{C9BBFC84-205C-4669-86DE-45F1DFFF4726}" type="pres">
      <dgm:prSet presAssocID="{39791B42-BE4A-4BDF-8AFF-C575E5BC4EA2}" presName="FourConn_2-3" presStyleLbl="fgAccFollowNode1" presStyleIdx="1" presStyleCnt="3">
        <dgm:presLayoutVars>
          <dgm:bulletEnabled val="1"/>
        </dgm:presLayoutVars>
      </dgm:prSet>
      <dgm:spPr/>
    </dgm:pt>
    <dgm:pt modelId="{9FF293CF-D5F2-4A9C-A905-DBCA453BAE0B}" type="pres">
      <dgm:prSet presAssocID="{39791B42-BE4A-4BDF-8AFF-C575E5BC4EA2}" presName="FourConn_3-4" presStyleLbl="fgAccFollowNode1" presStyleIdx="2" presStyleCnt="3">
        <dgm:presLayoutVars>
          <dgm:bulletEnabled val="1"/>
        </dgm:presLayoutVars>
      </dgm:prSet>
      <dgm:spPr/>
    </dgm:pt>
    <dgm:pt modelId="{3E52D539-2C8F-4619-A23E-964619758DFC}" type="pres">
      <dgm:prSet presAssocID="{39791B42-BE4A-4BDF-8AFF-C575E5BC4EA2}" presName="FourNodes_1_text" presStyleLbl="node1" presStyleIdx="3" presStyleCnt="4">
        <dgm:presLayoutVars>
          <dgm:bulletEnabled val="1"/>
        </dgm:presLayoutVars>
      </dgm:prSet>
      <dgm:spPr/>
    </dgm:pt>
    <dgm:pt modelId="{D9687299-8D42-4C4E-83E0-73643771F894}" type="pres">
      <dgm:prSet presAssocID="{39791B42-BE4A-4BDF-8AFF-C575E5BC4EA2}" presName="FourNodes_2_text" presStyleLbl="node1" presStyleIdx="3" presStyleCnt="4">
        <dgm:presLayoutVars>
          <dgm:bulletEnabled val="1"/>
        </dgm:presLayoutVars>
      </dgm:prSet>
      <dgm:spPr/>
    </dgm:pt>
    <dgm:pt modelId="{98194604-B486-4406-BEFB-4C97383099A6}" type="pres">
      <dgm:prSet presAssocID="{39791B42-BE4A-4BDF-8AFF-C575E5BC4EA2}" presName="FourNodes_3_text" presStyleLbl="node1" presStyleIdx="3" presStyleCnt="4">
        <dgm:presLayoutVars>
          <dgm:bulletEnabled val="1"/>
        </dgm:presLayoutVars>
      </dgm:prSet>
      <dgm:spPr/>
    </dgm:pt>
    <dgm:pt modelId="{5A1A94F1-BEA9-49E9-A61C-DEFC60C51AD5}" type="pres">
      <dgm:prSet presAssocID="{39791B42-BE4A-4BDF-8AFF-C575E5BC4EA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6D46402-9219-43C2-8740-046C7B780A28}" type="presOf" srcId="{78F2D8B3-FB28-4767-A008-E45E54172156}" destId="{9FF293CF-D5F2-4A9C-A905-DBCA453BAE0B}" srcOrd="0" destOrd="0" presId="urn:microsoft.com/office/officeart/2005/8/layout/vProcess5"/>
    <dgm:cxn modelId="{3E37C807-B486-493F-B329-336B5700EAF6}" srcId="{39791B42-BE4A-4BDF-8AFF-C575E5BC4EA2}" destId="{6C698B5B-F9A9-4BB1-87B8-616BF870F8D1}" srcOrd="3" destOrd="0" parTransId="{4CE23EBC-625E-415D-849B-9C60FFEBE7D1}" sibTransId="{4FEDA674-F9C3-40F5-A168-3E7FACE35020}"/>
    <dgm:cxn modelId="{C019DA28-72D9-45E8-B4FB-E5EA3F58018F}" type="presOf" srcId="{EA2B6D38-D0C5-46DE-AD3D-CD9929F75DFB}" destId="{C9BBFC84-205C-4669-86DE-45F1DFFF4726}" srcOrd="0" destOrd="0" presId="urn:microsoft.com/office/officeart/2005/8/layout/vProcess5"/>
    <dgm:cxn modelId="{E00AE434-EBE1-461E-B10D-21CECAAA2137}" type="presOf" srcId="{6C698B5B-F9A9-4BB1-87B8-616BF870F8D1}" destId="{5A1A94F1-BEA9-49E9-A61C-DEFC60C51AD5}" srcOrd="1" destOrd="0" presId="urn:microsoft.com/office/officeart/2005/8/layout/vProcess5"/>
    <dgm:cxn modelId="{382ACE46-BE0C-4152-9264-3E9F1FF4D07E}" type="presOf" srcId="{39791B42-BE4A-4BDF-8AFF-C575E5BC4EA2}" destId="{C53C4616-5085-4FD2-AE68-1BC32ADA01A9}" srcOrd="0" destOrd="0" presId="urn:microsoft.com/office/officeart/2005/8/layout/vProcess5"/>
    <dgm:cxn modelId="{14667047-B49E-4C52-8C7E-C2723100323C}" type="presOf" srcId="{6C698B5B-F9A9-4BB1-87B8-616BF870F8D1}" destId="{2AD65053-E4DE-42B8-89F4-EDA64C77B76A}" srcOrd="0" destOrd="0" presId="urn:microsoft.com/office/officeart/2005/8/layout/vProcess5"/>
    <dgm:cxn modelId="{7360604B-8A70-41E1-9293-BBCCFE8C93DF}" srcId="{39791B42-BE4A-4BDF-8AFF-C575E5BC4EA2}" destId="{388125F8-B0A7-4C8C-9A82-FBC2A672AA85}" srcOrd="0" destOrd="0" parTransId="{4F57E0EE-7C54-4782-A53D-96AA12D5A8F0}" sibTransId="{0FEF1E42-6E42-4449-8149-4C4292FFAFD5}"/>
    <dgm:cxn modelId="{2909E74E-8C10-4224-B414-98092DAF6645}" type="presOf" srcId="{55923177-3198-478A-B579-6C0D83578EEF}" destId="{8D7DA668-6264-48EC-922E-AB6010330B11}" srcOrd="0" destOrd="0" presId="urn:microsoft.com/office/officeart/2005/8/layout/vProcess5"/>
    <dgm:cxn modelId="{4D473C79-1C87-4AC3-925B-D743D4F8ACCF}" type="presOf" srcId="{388125F8-B0A7-4C8C-9A82-FBC2A672AA85}" destId="{AFD809A9-A20D-4DEB-A29F-4376A5A3BD19}" srcOrd="0" destOrd="0" presId="urn:microsoft.com/office/officeart/2005/8/layout/vProcess5"/>
    <dgm:cxn modelId="{6FD9B088-DD61-41FE-B9D1-994CB9D979D7}" type="presOf" srcId="{55923177-3198-478A-B579-6C0D83578EEF}" destId="{98194604-B486-4406-BEFB-4C97383099A6}" srcOrd="1" destOrd="0" presId="urn:microsoft.com/office/officeart/2005/8/layout/vProcess5"/>
    <dgm:cxn modelId="{409D5C8E-76C4-4E44-BB60-20A63E1D304D}" srcId="{39791B42-BE4A-4BDF-8AFF-C575E5BC4EA2}" destId="{C626BF00-1D04-46F8-97F6-38FACE7F4FD5}" srcOrd="1" destOrd="0" parTransId="{BB90FC8F-68E9-4DD5-9ABE-337D481F2B6F}" sibTransId="{EA2B6D38-D0C5-46DE-AD3D-CD9929F75DFB}"/>
    <dgm:cxn modelId="{F3B6F196-5748-45F4-AD39-FA16EE119C00}" srcId="{39791B42-BE4A-4BDF-8AFF-C575E5BC4EA2}" destId="{55923177-3198-478A-B579-6C0D83578EEF}" srcOrd="2" destOrd="0" parTransId="{A04D2317-8AB9-4FD7-983B-CFEAC51C3638}" sibTransId="{78F2D8B3-FB28-4767-A008-E45E54172156}"/>
    <dgm:cxn modelId="{D7FA25A3-80F5-499E-BC89-77D5910A393B}" type="presOf" srcId="{388125F8-B0A7-4C8C-9A82-FBC2A672AA85}" destId="{3E52D539-2C8F-4619-A23E-964619758DFC}" srcOrd="1" destOrd="0" presId="urn:microsoft.com/office/officeart/2005/8/layout/vProcess5"/>
    <dgm:cxn modelId="{950546B9-7550-4E0D-917E-208ADFFB9BFC}" type="presOf" srcId="{C626BF00-1D04-46F8-97F6-38FACE7F4FD5}" destId="{4CA948F3-4982-4E2E-B922-C4C3C3565BEA}" srcOrd="0" destOrd="0" presId="urn:microsoft.com/office/officeart/2005/8/layout/vProcess5"/>
    <dgm:cxn modelId="{BBAA39C4-8F56-45A9-807E-0A71FE5547B0}" type="presOf" srcId="{C626BF00-1D04-46F8-97F6-38FACE7F4FD5}" destId="{D9687299-8D42-4C4E-83E0-73643771F894}" srcOrd="1" destOrd="0" presId="urn:microsoft.com/office/officeart/2005/8/layout/vProcess5"/>
    <dgm:cxn modelId="{75D63CE5-435A-4F57-BD58-58911E55C9AC}" type="presOf" srcId="{0FEF1E42-6E42-4449-8149-4C4292FFAFD5}" destId="{879A2752-DF5C-4E06-A072-09E1FBD8ADDF}" srcOrd="0" destOrd="0" presId="urn:microsoft.com/office/officeart/2005/8/layout/vProcess5"/>
    <dgm:cxn modelId="{1713E21A-032C-4466-971D-5D716F2A5365}" type="presParOf" srcId="{C53C4616-5085-4FD2-AE68-1BC32ADA01A9}" destId="{81969C08-B802-40DA-9600-03DC223F027E}" srcOrd="0" destOrd="0" presId="urn:microsoft.com/office/officeart/2005/8/layout/vProcess5"/>
    <dgm:cxn modelId="{71DF6028-ADB0-4446-B2E6-17F85E68DC2A}" type="presParOf" srcId="{C53C4616-5085-4FD2-AE68-1BC32ADA01A9}" destId="{AFD809A9-A20D-4DEB-A29F-4376A5A3BD19}" srcOrd="1" destOrd="0" presId="urn:microsoft.com/office/officeart/2005/8/layout/vProcess5"/>
    <dgm:cxn modelId="{608644F8-D9E8-44A2-B357-97186C36BEB5}" type="presParOf" srcId="{C53C4616-5085-4FD2-AE68-1BC32ADA01A9}" destId="{4CA948F3-4982-4E2E-B922-C4C3C3565BEA}" srcOrd="2" destOrd="0" presId="urn:microsoft.com/office/officeart/2005/8/layout/vProcess5"/>
    <dgm:cxn modelId="{166C4326-C01F-4C24-9D7C-9273EA12EE51}" type="presParOf" srcId="{C53C4616-5085-4FD2-AE68-1BC32ADA01A9}" destId="{8D7DA668-6264-48EC-922E-AB6010330B11}" srcOrd="3" destOrd="0" presId="urn:microsoft.com/office/officeart/2005/8/layout/vProcess5"/>
    <dgm:cxn modelId="{D52E5282-6FAC-4FE0-9EF8-9E14EBC4EFF1}" type="presParOf" srcId="{C53C4616-5085-4FD2-AE68-1BC32ADA01A9}" destId="{2AD65053-E4DE-42B8-89F4-EDA64C77B76A}" srcOrd="4" destOrd="0" presId="urn:microsoft.com/office/officeart/2005/8/layout/vProcess5"/>
    <dgm:cxn modelId="{6A5518CD-A0D9-4977-B07D-1DD565BEBC79}" type="presParOf" srcId="{C53C4616-5085-4FD2-AE68-1BC32ADA01A9}" destId="{879A2752-DF5C-4E06-A072-09E1FBD8ADDF}" srcOrd="5" destOrd="0" presId="urn:microsoft.com/office/officeart/2005/8/layout/vProcess5"/>
    <dgm:cxn modelId="{37E2E952-3E09-4393-BCEC-47C69EE7339C}" type="presParOf" srcId="{C53C4616-5085-4FD2-AE68-1BC32ADA01A9}" destId="{C9BBFC84-205C-4669-86DE-45F1DFFF4726}" srcOrd="6" destOrd="0" presId="urn:microsoft.com/office/officeart/2005/8/layout/vProcess5"/>
    <dgm:cxn modelId="{D89DDB00-9E03-4AEF-BE5B-E5CA7398DF64}" type="presParOf" srcId="{C53C4616-5085-4FD2-AE68-1BC32ADA01A9}" destId="{9FF293CF-D5F2-4A9C-A905-DBCA453BAE0B}" srcOrd="7" destOrd="0" presId="urn:microsoft.com/office/officeart/2005/8/layout/vProcess5"/>
    <dgm:cxn modelId="{26295ABE-9B27-4CD8-82C4-B2E46028674C}" type="presParOf" srcId="{C53C4616-5085-4FD2-AE68-1BC32ADA01A9}" destId="{3E52D539-2C8F-4619-A23E-964619758DFC}" srcOrd="8" destOrd="0" presId="urn:microsoft.com/office/officeart/2005/8/layout/vProcess5"/>
    <dgm:cxn modelId="{DD126198-A97A-4114-8FA1-1D3F26EC3064}" type="presParOf" srcId="{C53C4616-5085-4FD2-AE68-1BC32ADA01A9}" destId="{D9687299-8D42-4C4E-83E0-73643771F894}" srcOrd="9" destOrd="0" presId="urn:microsoft.com/office/officeart/2005/8/layout/vProcess5"/>
    <dgm:cxn modelId="{C16AB77E-E639-464A-A03C-1FCA8F81A50E}" type="presParOf" srcId="{C53C4616-5085-4FD2-AE68-1BC32ADA01A9}" destId="{98194604-B486-4406-BEFB-4C97383099A6}" srcOrd="10" destOrd="0" presId="urn:microsoft.com/office/officeart/2005/8/layout/vProcess5"/>
    <dgm:cxn modelId="{F8548405-2EFE-404E-AB92-1DF046E56BD2}" type="presParOf" srcId="{C53C4616-5085-4FD2-AE68-1BC32ADA01A9}" destId="{5A1A94F1-BEA9-49E9-A61C-DEFC60C51AD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F4EA7F-96AF-4FC2-A6DA-30CCE8361039}" type="doc">
      <dgm:prSet loTypeId="urn:microsoft.com/office/officeart/2005/8/layout/lProcess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408D3CE-F7CE-4C2C-AFEE-A92AF2C5D1AA}">
      <dgm:prSet phldrT="[Text]"/>
      <dgm:spPr/>
      <dgm:t>
        <a:bodyPr/>
        <a:lstStyle/>
        <a:p>
          <a:pPr>
            <a:buNone/>
          </a:pPr>
          <a:r>
            <a:rPr lang="en-US" b="0" i="0" dirty="0"/>
            <a:t>Healthcare Applications</a:t>
          </a:r>
          <a:endParaRPr lang="en-US" dirty="0"/>
        </a:p>
      </dgm:t>
    </dgm:pt>
    <dgm:pt modelId="{73FB9C0B-15B1-497F-9597-61235468496A}" type="parTrans" cxnId="{8BC000EC-B11C-4776-A7C4-8ACE0103C532}">
      <dgm:prSet/>
      <dgm:spPr/>
      <dgm:t>
        <a:bodyPr/>
        <a:lstStyle/>
        <a:p>
          <a:endParaRPr lang="en-US"/>
        </a:p>
      </dgm:t>
    </dgm:pt>
    <dgm:pt modelId="{75179E7E-C36C-4DB7-888F-FACBF73DB2E3}" type="sibTrans" cxnId="{8BC000EC-B11C-4776-A7C4-8ACE0103C532}">
      <dgm:prSet/>
      <dgm:spPr/>
      <dgm:t>
        <a:bodyPr/>
        <a:lstStyle/>
        <a:p>
          <a:endParaRPr lang="en-US"/>
        </a:p>
      </dgm:t>
    </dgm:pt>
    <dgm:pt modelId="{DC075602-B86D-4399-8511-93FD1DC9461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Elder Care Track daily activities, detect falls</a:t>
          </a:r>
          <a:endParaRPr lang="en-US" dirty="0"/>
        </a:p>
      </dgm:t>
    </dgm:pt>
    <dgm:pt modelId="{7B4CA2B8-63FD-4BEF-B134-60F12AD9CD85}" type="parTrans" cxnId="{AD48168D-CA6F-4F9F-BFA2-576A267540AE}">
      <dgm:prSet/>
      <dgm:spPr/>
      <dgm:t>
        <a:bodyPr/>
        <a:lstStyle/>
        <a:p>
          <a:endParaRPr lang="en-US"/>
        </a:p>
      </dgm:t>
    </dgm:pt>
    <dgm:pt modelId="{0C5D13C6-1B2F-4792-8884-31F7A80888EB}" type="sibTrans" cxnId="{AD48168D-CA6F-4F9F-BFA2-576A267540AE}">
      <dgm:prSet/>
      <dgm:spPr/>
      <dgm:t>
        <a:bodyPr/>
        <a:lstStyle/>
        <a:p>
          <a:endParaRPr lang="en-US"/>
        </a:p>
      </dgm:t>
    </dgm:pt>
    <dgm:pt modelId="{F48F255E-2F92-48BD-B129-F41D737258F8}">
      <dgm:prSet phldrT="[Text]"/>
      <dgm:spPr/>
      <dgm:t>
        <a:bodyPr/>
        <a:lstStyle/>
        <a:p>
          <a:pPr>
            <a:buNone/>
          </a:pPr>
          <a:r>
            <a:rPr lang="en-US" b="0" i="0" dirty="0"/>
            <a:t>Fitness &amp; Wellness</a:t>
          </a:r>
          <a:endParaRPr lang="en-US" dirty="0"/>
        </a:p>
      </dgm:t>
    </dgm:pt>
    <dgm:pt modelId="{89BE69A8-2010-4170-BB51-20B03ED188B2}" type="parTrans" cxnId="{590D07D3-9868-4A6A-AB26-6E23ADF3559B}">
      <dgm:prSet/>
      <dgm:spPr/>
      <dgm:t>
        <a:bodyPr/>
        <a:lstStyle/>
        <a:p>
          <a:endParaRPr lang="en-US"/>
        </a:p>
      </dgm:t>
    </dgm:pt>
    <dgm:pt modelId="{45F1E6CD-455C-4207-AEF2-5D145F74EB63}" type="sibTrans" cxnId="{590D07D3-9868-4A6A-AB26-6E23ADF3559B}">
      <dgm:prSet/>
      <dgm:spPr/>
      <dgm:t>
        <a:bodyPr/>
        <a:lstStyle/>
        <a:p>
          <a:endParaRPr lang="en-US"/>
        </a:p>
      </dgm:t>
    </dgm:pt>
    <dgm:pt modelId="{CEF8382F-6435-49FA-B8C6-53FA9ABBDE3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Automatic activity detection, calorie tracking</a:t>
          </a:r>
          <a:endParaRPr lang="en-US" dirty="0"/>
        </a:p>
      </dgm:t>
    </dgm:pt>
    <dgm:pt modelId="{8BBB3747-5A95-4680-BDE4-D530A5089123}" type="parTrans" cxnId="{EEFDE077-8A08-43ED-92B1-1A0CC446D506}">
      <dgm:prSet/>
      <dgm:spPr/>
      <dgm:t>
        <a:bodyPr/>
        <a:lstStyle/>
        <a:p>
          <a:endParaRPr lang="en-US"/>
        </a:p>
      </dgm:t>
    </dgm:pt>
    <dgm:pt modelId="{34C93ED1-9D05-4562-9A70-454EEEEB3D8C}" type="sibTrans" cxnId="{EEFDE077-8A08-43ED-92B1-1A0CC446D506}">
      <dgm:prSet/>
      <dgm:spPr/>
      <dgm:t>
        <a:bodyPr/>
        <a:lstStyle/>
        <a:p>
          <a:endParaRPr lang="en-US"/>
        </a:p>
      </dgm:t>
    </dgm:pt>
    <dgm:pt modelId="{84D8F644-62AE-4455-BB08-E14E77AE97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Monitor post-surgery recovery progress</a:t>
          </a:r>
        </a:p>
      </dgm:t>
    </dgm:pt>
    <dgm:pt modelId="{6E7CDCB0-9271-4222-92BD-C606BA0D69CA}" type="parTrans" cxnId="{5FF5F34B-E855-4F57-81B6-7EDF27423ECB}">
      <dgm:prSet/>
      <dgm:spPr/>
      <dgm:t>
        <a:bodyPr/>
        <a:lstStyle/>
        <a:p>
          <a:endParaRPr lang="en-US"/>
        </a:p>
      </dgm:t>
    </dgm:pt>
    <dgm:pt modelId="{ADBE2C55-9745-4107-95E1-EF69ADE916C4}" type="sibTrans" cxnId="{5FF5F34B-E855-4F57-81B6-7EDF27423ECB}">
      <dgm:prSet/>
      <dgm:spPr/>
      <dgm:t>
        <a:bodyPr/>
        <a:lstStyle/>
        <a:p>
          <a:endParaRPr lang="en-US"/>
        </a:p>
      </dgm:t>
    </dgm:pt>
    <dgm:pt modelId="{5B1BB103-CB6D-4999-8D76-1A8D44D8F1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Study patient mobility patterns</a:t>
          </a:r>
        </a:p>
      </dgm:t>
    </dgm:pt>
    <dgm:pt modelId="{96290D68-DF7F-441E-A0E0-BEEF90628C44}" type="parTrans" cxnId="{B27DADAB-BEB1-460C-A242-B89C02424C29}">
      <dgm:prSet/>
      <dgm:spPr/>
      <dgm:t>
        <a:bodyPr/>
        <a:lstStyle/>
        <a:p>
          <a:endParaRPr lang="en-US"/>
        </a:p>
      </dgm:t>
    </dgm:pt>
    <dgm:pt modelId="{5F8E2B63-B03F-45D1-AF03-5CBEA8A88F62}" type="sibTrans" cxnId="{B27DADAB-BEB1-460C-A242-B89C02424C29}">
      <dgm:prSet/>
      <dgm:spPr/>
      <dgm:t>
        <a:bodyPr/>
        <a:lstStyle/>
        <a:p>
          <a:endParaRPr lang="en-US"/>
        </a:p>
      </dgm:t>
    </dgm:pt>
    <dgm:pt modelId="{88E8E6B9-D4DC-4AD1-8FFA-70924680A4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Adapt workouts based on activity patterns</a:t>
          </a:r>
        </a:p>
      </dgm:t>
    </dgm:pt>
    <dgm:pt modelId="{60F6C7FF-8DEC-4965-8D0D-49F024210554}" type="parTrans" cxnId="{739A3BCC-EE40-429B-B25A-D71D059626E4}">
      <dgm:prSet/>
      <dgm:spPr/>
      <dgm:t>
        <a:bodyPr/>
        <a:lstStyle/>
        <a:p>
          <a:endParaRPr lang="en-US"/>
        </a:p>
      </dgm:t>
    </dgm:pt>
    <dgm:pt modelId="{61D5C10C-E032-43B9-A51A-E238AF55939F}" type="sibTrans" cxnId="{739A3BCC-EE40-429B-B25A-D71D059626E4}">
      <dgm:prSet/>
      <dgm:spPr/>
      <dgm:t>
        <a:bodyPr/>
        <a:lstStyle/>
        <a:p>
          <a:endParaRPr lang="en-US"/>
        </a:p>
      </dgm:t>
    </dgm:pt>
    <dgm:pt modelId="{0BE63061-8D4F-4ACC-8968-9124CA1322C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Activity-based wellness programs</a:t>
          </a:r>
        </a:p>
      </dgm:t>
    </dgm:pt>
    <dgm:pt modelId="{459F279E-B469-4760-9690-809360708EC9}" type="parTrans" cxnId="{E2B710B9-45E0-4082-8C3B-E9DC4E580C9C}">
      <dgm:prSet/>
      <dgm:spPr/>
      <dgm:t>
        <a:bodyPr/>
        <a:lstStyle/>
        <a:p>
          <a:endParaRPr lang="en-US"/>
        </a:p>
      </dgm:t>
    </dgm:pt>
    <dgm:pt modelId="{939EF2F3-D37D-4FAC-B113-3559E722BAF8}" type="sibTrans" cxnId="{E2B710B9-45E0-4082-8C3B-E9DC4E580C9C}">
      <dgm:prSet/>
      <dgm:spPr/>
      <dgm:t>
        <a:bodyPr/>
        <a:lstStyle/>
        <a:p>
          <a:endParaRPr lang="en-US"/>
        </a:p>
      </dgm:t>
    </dgm:pt>
    <dgm:pt modelId="{9170E9E5-88D5-4D81-B94E-7384DB605129}">
      <dgm:prSet/>
      <dgm:spPr/>
      <dgm:t>
        <a:bodyPr/>
        <a:lstStyle/>
        <a:p>
          <a:pPr>
            <a:buNone/>
          </a:pPr>
          <a:r>
            <a:rPr lang="en-US" b="0" i="0" dirty="0"/>
            <a:t>Research &amp; Industry</a:t>
          </a:r>
        </a:p>
      </dgm:t>
    </dgm:pt>
    <dgm:pt modelId="{1A08A777-8825-4914-BED5-D017D348B713}" type="parTrans" cxnId="{EC0CFDCC-6200-4950-9EC0-F24825165D27}">
      <dgm:prSet/>
      <dgm:spPr/>
      <dgm:t>
        <a:bodyPr/>
        <a:lstStyle/>
        <a:p>
          <a:endParaRPr lang="en-US"/>
        </a:p>
      </dgm:t>
    </dgm:pt>
    <dgm:pt modelId="{29A016C9-7A66-4381-8A57-6225747D533C}" type="sibTrans" cxnId="{EC0CFDCC-6200-4950-9EC0-F24825165D27}">
      <dgm:prSet/>
      <dgm:spPr/>
      <dgm:t>
        <a:bodyPr/>
        <a:lstStyle/>
        <a:p>
          <a:endParaRPr lang="en-US"/>
        </a:p>
      </dgm:t>
    </dgm:pt>
    <dgm:pt modelId="{FB575A1A-732A-410A-A1A4-85A54CFDD5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Analyze human movement patterns</a:t>
          </a:r>
        </a:p>
      </dgm:t>
    </dgm:pt>
    <dgm:pt modelId="{BDFB9411-EF2C-4396-B1D3-030DE0174891}" type="parTrans" cxnId="{80231782-A982-4D95-AF57-C9F427B447A9}">
      <dgm:prSet/>
      <dgm:spPr/>
      <dgm:t>
        <a:bodyPr/>
        <a:lstStyle/>
        <a:p>
          <a:endParaRPr lang="en-US"/>
        </a:p>
      </dgm:t>
    </dgm:pt>
    <dgm:pt modelId="{6DA767F3-0CEC-4B8E-9615-BC58D11D0263}" type="sibTrans" cxnId="{80231782-A982-4D95-AF57-C9F427B447A9}">
      <dgm:prSet/>
      <dgm:spPr/>
      <dgm:t>
        <a:bodyPr/>
        <a:lstStyle/>
        <a:p>
          <a:endParaRPr lang="en-US"/>
        </a:p>
      </dgm:t>
    </dgm:pt>
    <dgm:pt modelId="{2D4173AB-6D6D-48F4-B67C-447F0DB7DD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Monitor worker activities in hazardous environments</a:t>
          </a:r>
        </a:p>
      </dgm:t>
    </dgm:pt>
    <dgm:pt modelId="{43743601-4C12-40B6-9359-B2B7E5B6CB5C}" type="parTrans" cxnId="{D2BA6F0E-487F-49CC-A617-987E628A3921}">
      <dgm:prSet/>
      <dgm:spPr/>
      <dgm:t>
        <a:bodyPr/>
        <a:lstStyle/>
        <a:p>
          <a:endParaRPr lang="en-US"/>
        </a:p>
      </dgm:t>
    </dgm:pt>
    <dgm:pt modelId="{7D56F492-5229-45D3-A0C0-B02A44308C2B}" type="sibTrans" cxnId="{D2BA6F0E-487F-49CC-A617-987E628A3921}">
      <dgm:prSet/>
      <dgm:spPr/>
      <dgm:t>
        <a:bodyPr/>
        <a:lstStyle/>
        <a:p>
          <a:endParaRPr lang="en-US"/>
        </a:p>
      </dgm:t>
    </dgm:pt>
    <dgm:pt modelId="{7DD068AF-876C-465E-A6C5-12A7B8FDAF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Context-aware automation based on user activity</a:t>
          </a:r>
        </a:p>
      </dgm:t>
    </dgm:pt>
    <dgm:pt modelId="{A454E5FA-6327-45E0-9698-5A9FA958F76E}" type="parTrans" cxnId="{883CB809-B443-41C6-86D6-75BA9194746E}">
      <dgm:prSet/>
      <dgm:spPr/>
      <dgm:t>
        <a:bodyPr/>
        <a:lstStyle/>
        <a:p>
          <a:endParaRPr lang="en-US"/>
        </a:p>
      </dgm:t>
    </dgm:pt>
    <dgm:pt modelId="{08E91081-C736-47B9-8082-F0B342A0FDC0}" type="sibTrans" cxnId="{883CB809-B443-41C6-86D6-75BA9194746E}">
      <dgm:prSet/>
      <dgm:spPr/>
      <dgm:t>
        <a:bodyPr/>
        <a:lstStyle/>
        <a:p>
          <a:endParaRPr lang="en-US"/>
        </a:p>
      </dgm:t>
    </dgm:pt>
    <dgm:pt modelId="{0F6BF49C-2057-4D45-8F42-83C5B9F34FBC}" type="pres">
      <dgm:prSet presAssocID="{2CF4EA7F-96AF-4FC2-A6DA-30CCE8361039}" presName="theList" presStyleCnt="0">
        <dgm:presLayoutVars>
          <dgm:dir/>
          <dgm:animLvl val="lvl"/>
          <dgm:resizeHandles val="exact"/>
        </dgm:presLayoutVars>
      </dgm:prSet>
      <dgm:spPr/>
    </dgm:pt>
    <dgm:pt modelId="{795D4D13-EAB9-424F-AC43-95724CD714AE}" type="pres">
      <dgm:prSet presAssocID="{1408D3CE-F7CE-4C2C-AFEE-A92AF2C5D1AA}" presName="compNode" presStyleCnt="0"/>
      <dgm:spPr/>
    </dgm:pt>
    <dgm:pt modelId="{FEBB2B3C-924F-4D55-8A30-611158BFFD12}" type="pres">
      <dgm:prSet presAssocID="{1408D3CE-F7CE-4C2C-AFEE-A92AF2C5D1AA}" presName="aNode" presStyleLbl="bgShp" presStyleIdx="0" presStyleCnt="3"/>
      <dgm:spPr/>
    </dgm:pt>
    <dgm:pt modelId="{EAC668D4-0244-45BB-A85D-98A4D27BCB71}" type="pres">
      <dgm:prSet presAssocID="{1408D3CE-F7CE-4C2C-AFEE-A92AF2C5D1AA}" presName="textNode" presStyleLbl="bgShp" presStyleIdx="0" presStyleCnt="3"/>
      <dgm:spPr/>
    </dgm:pt>
    <dgm:pt modelId="{9FFEEDEE-4659-4466-B81B-861ECC4B94D5}" type="pres">
      <dgm:prSet presAssocID="{1408D3CE-F7CE-4C2C-AFEE-A92AF2C5D1AA}" presName="compChildNode" presStyleCnt="0"/>
      <dgm:spPr/>
    </dgm:pt>
    <dgm:pt modelId="{5B3DEA5F-ADD7-4147-A4F7-5DDCF8AAE4EB}" type="pres">
      <dgm:prSet presAssocID="{1408D3CE-F7CE-4C2C-AFEE-A92AF2C5D1AA}" presName="theInnerList" presStyleCnt="0"/>
      <dgm:spPr/>
    </dgm:pt>
    <dgm:pt modelId="{522C29BB-BDFE-4A4D-B14E-E10CB094576C}" type="pres">
      <dgm:prSet presAssocID="{DC075602-B86D-4399-8511-93FD1DC94616}" presName="childNode" presStyleLbl="node1" presStyleIdx="0" presStyleCnt="9">
        <dgm:presLayoutVars>
          <dgm:bulletEnabled val="1"/>
        </dgm:presLayoutVars>
      </dgm:prSet>
      <dgm:spPr/>
    </dgm:pt>
    <dgm:pt modelId="{0707FA47-AD2B-4C65-B468-68ACC07DB2FB}" type="pres">
      <dgm:prSet presAssocID="{DC075602-B86D-4399-8511-93FD1DC94616}" presName="aSpace2" presStyleCnt="0"/>
      <dgm:spPr/>
    </dgm:pt>
    <dgm:pt modelId="{775A91D6-ECC7-47C0-8969-82CA641D5803}" type="pres">
      <dgm:prSet presAssocID="{84D8F644-62AE-4455-BB08-E14E77AE97D2}" presName="childNode" presStyleLbl="node1" presStyleIdx="1" presStyleCnt="9">
        <dgm:presLayoutVars>
          <dgm:bulletEnabled val="1"/>
        </dgm:presLayoutVars>
      </dgm:prSet>
      <dgm:spPr/>
    </dgm:pt>
    <dgm:pt modelId="{A839BAD4-26AD-4580-BFA7-90E64AAEE6D2}" type="pres">
      <dgm:prSet presAssocID="{84D8F644-62AE-4455-BB08-E14E77AE97D2}" presName="aSpace2" presStyleCnt="0"/>
      <dgm:spPr/>
    </dgm:pt>
    <dgm:pt modelId="{34EB526F-50CD-4EF7-AD46-755BA454FA86}" type="pres">
      <dgm:prSet presAssocID="{5B1BB103-CB6D-4999-8D76-1A8D44D8F108}" presName="childNode" presStyleLbl="node1" presStyleIdx="2" presStyleCnt="9">
        <dgm:presLayoutVars>
          <dgm:bulletEnabled val="1"/>
        </dgm:presLayoutVars>
      </dgm:prSet>
      <dgm:spPr/>
    </dgm:pt>
    <dgm:pt modelId="{FAC9B7C5-F4BA-43E0-9961-33EFC0E68458}" type="pres">
      <dgm:prSet presAssocID="{1408D3CE-F7CE-4C2C-AFEE-A92AF2C5D1AA}" presName="aSpace" presStyleCnt="0"/>
      <dgm:spPr/>
    </dgm:pt>
    <dgm:pt modelId="{F3E65E90-CE3A-48C6-A437-B6480F0A1179}" type="pres">
      <dgm:prSet presAssocID="{F48F255E-2F92-48BD-B129-F41D737258F8}" presName="compNode" presStyleCnt="0"/>
      <dgm:spPr/>
    </dgm:pt>
    <dgm:pt modelId="{0C0427FC-8A1F-4680-8BDA-DEF2DB281CFA}" type="pres">
      <dgm:prSet presAssocID="{F48F255E-2F92-48BD-B129-F41D737258F8}" presName="aNode" presStyleLbl="bgShp" presStyleIdx="1" presStyleCnt="3"/>
      <dgm:spPr/>
    </dgm:pt>
    <dgm:pt modelId="{91AE15B0-531B-45DF-A6FF-02B80C100E95}" type="pres">
      <dgm:prSet presAssocID="{F48F255E-2F92-48BD-B129-F41D737258F8}" presName="textNode" presStyleLbl="bgShp" presStyleIdx="1" presStyleCnt="3"/>
      <dgm:spPr/>
    </dgm:pt>
    <dgm:pt modelId="{16974A8F-3325-4756-9694-1FE5EB272EA7}" type="pres">
      <dgm:prSet presAssocID="{F48F255E-2F92-48BD-B129-F41D737258F8}" presName="compChildNode" presStyleCnt="0"/>
      <dgm:spPr/>
    </dgm:pt>
    <dgm:pt modelId="{E9BAE477-B526-4B75-9BC5-5EB69952AA04}" type="pres">
      <dgm:prSet presAssocID="{F48F255E-2F92-48BD-B129-F41D737258F8}" presName="theInnerList" presStyleCnt="0"/>
      <dgm:spPr/>
    </dgm:pt>
    <dgm:pt modelId="{A1AE1EE0-34D1-4928-9EB6-00168DDB977A}" type="pres">
      <dgm:prSet presAssocID="{CEF8382F-6435-49FA-B8C6-53FA9ABBDE37}" presName="childNode" presStyleLbl="node1" presStyleIdx="3" presStyleCnt="9">
        <dgm:presLayoutVars>
          <dgm:bulletEnabled val="1"/>
        </dgm:presLayoutVars>
      </dgm:prSet>
      <dgm:spPr/>
    </dgm:pt>
    <dgm:pt modelId="{01878604-C36B-4EB5-9F4B-6FC5DFF702F0}" type="pres">
      <dgm:prSet presAssocID="{CEF8382F-6435-49FA-B8C6-53FA9ABBDE37}" presName="aSpace2" presStyleCnt="0"/>
      <dgm:spPr/>
    </dgm:pt>
    <dgm:pt modelId="{8591FF0A-6557-4183-9A52-351A3C1A84A6}" type="pres">
      <dgm:prSet presAssocID="{88E8E6B9-D4DC-4AD1-8FFA-70924680A4A5}" presName="childNode" presStyleLbl="node1" presStyleIdx="4" presStyleCnt="9">
        <dgm:presLayoutVars>
          <dgm:bulletEnabled val="1"/>
        </dgm:presLayoutVars>
      </dgm:prSet>
      <dgm:spPr/>
    </dgm:pt>
    <dgm:pt modelId="{1D08A7DA-C6D6-44AC-B6D5-99760475FE23}" type="pres">
      <dgm:prSet presAssocID="{88E8E6B9-D4DC-4AD1-8FFA-70924680A4A5}" presName="aSpace2" presStyleCnt="0"/>
      <dgm:spPr/>
    </dgm:pt>
    <dgm:pt modelId="{A3BE8636-B477-4CC1-9496-03F40D5C5266}" type="pres">
      <dgm:prSet presAssocID="{0BE63061-8D4F-4ACC-8968-9124CA1322C4}" presName="childNode" presStyleLbl="node1" presStyleIdx="5" presStyleCnt="9">
        <dgm:presLayoutVars>
          <dgm:bulletEnabled val="1"/>
        </dgm:presLayoutVars>
      </dgm:prSet>
      <dgm:spPr/>
    </dgm:pt>
    <dgm:pt modelId="{CE25911B-7063-4DFA-B2A0-C83A8E585281}" type="pres">
      <dgm:prSet presAssocID="{F48F255E-2F92-48BD-B129-F41D737258F8}" presName="aSpace" presStyleCnt="0"/>
      <dgm:spPr/>
    </dgm:pt>
    <dgm:pt modelId="{0F432F57-7069-4926-AC64-8B3CAD89EE50}" type="pres">
      <dgm:prSet presAssocID="{9170E9E5-88D5-4D81-B94E-7384DB605129}" presName="compNode" presStyleCnt="0"/>
      <dgm:spPr/>
    </dgm:pt>
    <dgm:pt modelId="{7489B8DE-EF46-4266-8970-491CD8AE872C}" type="pres">
      <dgm:prSet presAssocID="{9170E9E5-88D5-4D81-B94E-7384DB605129}" presName="aNode" presStyleLbl="bgShp" presStyleIdx="2" presStyleCnt="3"/>
      <dgm:spPr/>
    </dgm:pt>
    <dgm:pt modelId="{624FAE55-E7E1-46EA-A712-56941B523C5B}" type="pres">
      <dgm:prSet presAssocID="{9170E9E5-88D5-4D81-B94E-7384DB605129}" presName="textNode" presStyleLbl="bgShp" presStyleIdx="2" presStyleCnt="3"/>
      <dgm:spPr/>
    </dgm:pt>
    <dgm:pt modelId="{89B11217-BF56-4B37-9C17-8468552C0057}" type="pres">
      <dgm:prSet presAssocID="{9170E9E5-88D5-4D81-B94E-7384DB605129}" presName="compChildNode" presStyleCnt="0"/>
      <dgm:spPr/>
    </dgm:pt>
    <dgm:pt modelId="{EA99C10F-955A-4570-AFC9-C0F623D60344}" type="pres">
      <dgm:prSet presAssocID="{9170E9E5-88D5-4D81-B94E-7384DB605129}" presName="theInnerList" presStyleCnt="0"/>
      <dgm:spPr/>
    </dgm:pt>
    <dgm:pt modelId="{381FB8EE-6337-4C3D-AD4D-206A87AC760B}" type="pres">
      <dgm:prSet presAssocID="{FB575A1A-732A-410A-A1A4-85A54CFDD587}" presName="childNode" presStyleLbl="node1" presStyleIdx="6" presStyleCnt="9">
        <dgm:presLayoutVars>
          <dgm:bulletEnabled val="1"/>
        </dgm:presLayoutVars>
      </dgm:prSet>
      <dgm:spPr/>
    </dgm:pt>
    <dgm:pt modelId="{17EA9E56-493E-4910-900D-0FC80ABC63B2}" type="pres">
      <dgm:prSet presAssocID="{FB575A1A-732A-410A-A1A4-85A54CFDD587}" presName="aSpace2" presStyleCnt="0"/>
      <dgm:spPr/>
    </dgm:pt>
    <dgm:pt modelId="{0F849E49-8974-4E35-A16D-543705BC6C62}" type="pres">
      <dgm:prSet presAssocID="{2D4173AB-6D6D-48F4-B67C-447F0DB7DD1B}" presName="childNode" presStyleLbl="node1" presStyleIdx="7" presStyleCnt="9">
        <dgm:presLayoutVars>
          <dgm:bulletEnabled val="1"/>
        </dgm:presLayoutVars>
      </dgm:prSet>
      <dgm:spPr/>
    </dgm:pt>
    <dgm:pt modelId="{9A34DAA1-D729-4BCA-B13A-99C27166DE90}" type="pres">
      <dgm:prSet presAssocID="{2D4173AB-6D6D-48F4-B67C-447F0DB7DD1B}" presName="aSpace2" presStyleCnt="0"/>
      <dgm:spPr/>
    </dgm:pt>
    <dgm:pt modelId="{132C5254-9ED8-4FC6-A032-F9861A420967}" type="pres">
      <dgm:prSet presAssocID="{7DD068AF-876C-465E-A6C5-12A7B8FDAF58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0FB1E502-9CA5-4B9D-8A64-FD37118047ED}" type="presOf" srcId="{2CF4EA7F-96AF-4FC2-A6DA-30CCE8361039}" destId="{0F6BF49C-2057-4D45-8F42-83C5B9F34FBC}" srcOrd="0" destOrd="0" presId="urn:microsoft.com/office/officeart/2005/8/layout/lProcess2"/>
    <dgm:cxn modelId="{883CB809-B443-41C6-86D6-75BA9194746E}" srcId="{9170E9E5-88D5-4D81-B94E-7384DB605129}" destId="{7DD068AF-876C-465E-A6C5-12A7B8FDAF58}" srcOrd="2" destOrd="0" parTransId="{A454E5FA-6327-45E0-9698-5A9FA958F76E}" sibTransId="{08E91081-C736-47B9-8082-F0B342A0FDC0}"/>
    <dgm:cxn modelId="{D2BA6F0E-487F-49CC-A617-987E628A3921}" srcId="{9170E9E5-88D5-4D81-B94E-7384DB605129}" destId="{2D4173AB-6D6D-48F4-B67C-447F0DB7DD1B}" srcOrd="1" destOrd="0" parTransId="{43743601-4C12-40B6-9359-B2B7E5B6CB5C}" sibTransId="{7D56F492-5229-45D3-A0C0-B02A44308C2B}"/>
    <dgm:cxn modelId="{67D06212-F3FF-428E-8B5C-AFD5ED6E697C}" type="presOf" srcId="{9170E9E5-88D5-4D81-B94E-7384DB605129}" destId="{624FAE55-E7E1-46EA-A712-56941B523C5B}" srcOrd="1" destOrd="0" presId="urn:microsoft.com/office/officeart/2005/8/layout/lProcess2"/>
    <dgm:cxn modelId="{1E618712-348B-4B8C-BD4C-4ABDD62A6FB9}" type="presOf" srcId="{F48F255E-2F92-48BD-B129-F41D737258F8}" destId="{0C0427FC-8A1F-4680-8BDA-DEF2DB281CFA}" srcOrd="0" destOrd="0" presId="urn:microsoft.com/office/officeart/2005/8/layout/lProcess2"/>
    <dgm:cxn modelId="{274E1A46-9A14-42D3-A97E-5DC641783C8A}" type="presOf" srcId="{1408D3CE-F7CE-4C2C-AFEE-A92AF2C5D1AA}" destId="{FEBB2B3C-924F-4D55-8A30-611158BFFD12}" srcOrd="0" destOrd="0" presId="urn:microsoft.com/office/officeart/2005/8/layout/lProcess2"/>
    <dgm:cxn modelId="{5FF5F34B-E855-4F57-81B6-7EDF27423ECB}" srcId="{1408D3CE-F7CE-4C2C-AFEE-A92AF2C5D1AA}" destId="{84D8F644-62AE-4455-BB08-E14E77AE97D2}" srcOrd="1" destOrd="0" parTransId="{6E7CDCB0-9271-4222-92BD-C606BA0D69CA}" sibTransId="{ADBE2C55-9745-4107-95E1-EF69ADE916C4}"/>
    <dgm:cxn modelId="{11012F4C-A26C-4D2E-9912-C9F2247F8396}" type="presOf" srcId="{5B1BB103-CB6D-4999-8D76-1A8D44D8F108}" destId="{34EB526F-50CD-4EF7-AD46-755BA454FA86}" srcOrd="0" destOrd="0" presId="urn:microsoft.com/office/officeart/2005/8/layout/lProcess2"/>
    <dgm:cxn modelId="{E29F576C-78E3-48F3-BE03-FB75A6706122}" type="presOf" srcId="{7DD068AF-876C-465E-A6C5-12A7B8FDAF58}" destId="{132C5254-9ED8-4FC6-A032-F9861A420967}" srcOrd="0" destOrd="0" presId="urn:microsoft.com/office/officeart/2005/8/layout/lProcess2"/>
    <dgm:cxn modelId="{EEFDE077-8A08-43ED-92B1-1A0CC446D506}" srcId="{F48F255E-2F92-48BD-B129-F41D737258F8}" destId="{CEF8382F-6435-49FA-B8C6-53FA9ABBDE37}" srcOrd="0" destOrd="0" parTransId="{8BBB3747-5A95-4680-BDE4-D530A5089123}" sibTransId="{34C93ED1-9D05-4562-9A70-454EEEEB3D8C}"/>
    <dgm:cxn modelId="{72566C7E-A1C2-48F3-9DE2-596E1619A30C}" type="presOf" srcId="{CEF8382F-6435-49FA-B8C6-53FA9ABBDE37}" destId="{A1AE1EE0-34D1-4928-9EB6-00168DDB977A}" srcOrd="0" destOrd="0" presId="urn:microsoft.com/office/officeart/2005/8/layout/lProcess2"/>
    <dgm:cxn modelId="{9EC6907E-7B6F-4701-A27D-B82D534EAA6F}" type="presOf" srcId="{88E8E6B9-D4DC-4AD1-8FFA-70924680A4A5}" destId="{8591FF0A-6557-4183-9A52-351A3C1A84A6}" srcOrd="0" destOrd="0" presId="urn:microsoft.com/office/officeart/2005/8/layout/lProcess2"/>
    <dgm:cxn modelId="{80231782-A982-4D95-AF57-C9F427B447A9}" srcId="{9170E9E5-88D5-4D81-B94E-7384DB605129}" destId="{FB575A1A-732A-410A-A1A4-85A54CFDD587}" srcOrd="0" destOrd="0" parTransId="{BDFB9411-EF2C-4396-B1D3-030DE0174891}" sibTransId="{6DA767F3-0CEC-4B8E-9615-BC58D11D0263}"/>
    <dgm:cxn modelId="{AD48168D-CA6F-4F9F-BFA2-576A267540AE}" srcId="{1408D3CE-F7CE-4C2C-AFEE-A92AF2C5D1AA}" destId="{DC075602-B86D-4399-8511-93FD1DC94616}" srcOrd="0" destOrd="0" parTransId="{7B4CA2B8-63FD-4BEF-B134-60F12AD9CD85}" sibTransId="{0C5D13C6-1B2F-4792-8884-31F7A80888EB}"/>
    <dgm:cxn modelId="{F3FB3C91-F05C-4865-B829-339C58F755EB}" type="presOf" srcId="{DC075602-B86D-4399-8511-93FD1DC94616}" destId="{522C29BB-BDFE-4A4D-B14E-E10CB094576C}" srcOrd="0" destOrd="0" presId="urn:microsoft.com/office/officeart/2005/8/layout/lProcess2"/>
    <dgm:cxn modelId="{DD22EF9D-5E64-4718-B362-64ADB4424376}" type="presOf" srcId="{84D8F644-62AE-4455-BB08-E14E77AE97D2}" destId="{775A91D6-ECC7-47C0-8969-82CA641D5803}" srcOrd="0" destOrd="0" presId="urn:microsoft.com/office/officeart/2005/8/layout/lProcess2"/>
    <dgm:cxn modelId="{B27DADAB-BEB1-460C-A242-B89C02424C29}" srcId="{1408D3CE-F7CE-4C2C-AFEE-A92AF2C5D1AA}" destId="{5B1BB103-CB6D-4999-8D76-1A8D44D8F108}" srcOrd="2" destOrd="0" parTransId="{96290D68-DF7F-441E-A0E0-BEEF90628C44}" sibTransId="{5F8E2B63-B03F-45D1-AF03-5CBEA8A88F62}"/>
    <dgm:cxn modelId="{87BACEB5-3055-4848-B09F-60FF261EEF2A}" type="presOf" srcId="{FB575A1A-732A-410A-A1A4-85A54CFDD587}" destId="{381FB8EE-6337-4C3D-AD4D-206A87AC760B}" srcOrd="0" destOrd="0" presId="urn:microsoft.com/office/officeart/2005/8/layout/lProcess2"/>
    <dgm:cxn modelId="{E2B710B9-45E0-4082-8C3B-E9DC4E580C9C}" srcId="{F48F255E-2F92-48BD-B129-F41D737258F8}" destId="{0BE63061-8D4F-4ACC-8968-9124CA1322C4}" srcOrd="2" destOrd="0" parTransId="{459F279E-B469-4760-9690-809360708EC9}" sibTransId="{939EF2F3-D37D-4FAC-B113-3559E722BAF8}"/>
    <dgm:cxn modelId="{CF899CB9-8210-419E-BCEF-BAA26C027DD7}" type="presOf" srcId="{0BE63061-8D4F-4ACC-8968-9124CA1322C4}" destId="{A3BE8636-B477-4CC1-9496-03F40D5C5266}" srcOrd="0" destOrd="0" presId="urn:microsoft.com/office/officeart/2005/8/layout/lProcess2"/>
    <dgm:cxn modelId="{544B50BF-53BF-4315-894B-A0D106723607}" type="presOf" srcId="{9170E9E5-88D5-4D81-B94E-7384DB605129}" destId="{7489B8DE-EF46-4266-8970-491CD8AE872C}" srcOrd="0" destOrd="0" presId="urn:microsoft.com/office/officeart/2005/8/layout/lProcess2"/>
    <dgm:cxn modelId="{739A3BCC-EE40-429B-B25A-D71D059626E4}" srcId="{F48F255E-2F92-48BD-B129-F41D737258F8}" destId="{88E8E6B9-D4DC-4AD1-8FFA-70924680A4A5}" srcOrd="1" destOrd="0" parTransId="{60F6C7FF-8DEC-4965-8D0D-49F024210554}" sibTransId="{61D5C10C-E032-43B9-A51A-E238AF55939F}"/>
    <dgm:cxn modelId="{EC0CFDCC-6200-4950-9EC0-F24825165D27}" srcId="{2CF4EA7F-96AF-4FC2-A6DA-30CCE8361039}" destId="{9170E9E5-88D5-4D81-B94E-7384DB605129}" srcOrd="2" destOrd="0" parTransId="{1A08A777-8825-4914-BED5-D017D348B713}" sibTransId="{29A016C9-7A66-4381-8A57-6225747D533C}"/>
    <dgm:cxn modelId="{590D07D3-9868-4A6A-AB26-6E23ADF3559B}" srcId="{2CF4EA7F-96AF-4FC2-A6DA-30CCE8361039}" destId="{F48F255E-2F92-48BD-B129-F41D737258F8}" srcOrd="1" destOrd="0" parTransId="{89BE69A8-2010-4170-BB51-20B03ED188B2}" sibTransId="{45F1E6CD-455C-4207-AEF2-5D145F74EB63}"/>
    <dgm:cxn modelId="{79EF4ADF-D226-4EA3-8961-72C4606C6AE7}" type="presOf" srcId="{1408D3CE-F7CE-4C2C-AFEE-A92AF2C5D1AA}" destId="{EAC668D4-0244-45BB-A85D-98A4D27BCB71}" srcOrd="1" destOrd="0" presId="urn:microsoft.com/office/officeart/2005/8/layout/lProcess2"/>
    <dgm:cxn modelId="{90A00CE0-135E-4D68-B10F-F6999E263ADD}" type="presOf" srcId="{F48F255E-2F92-48BD-B129-F41D737258F8}" destId="{91AE15B0-531B-45DF-A6FF-02B80C100E95}" srcOrd="1" destOrd="0" presId="urn:microsoft.com/office/officeart/2005/8/layout/lProcess2"/>
    <dgm:cxn modelId="{8BC000EC-B11C-4776-A7C4-8ACE0103C532}" srcId="{2CF4EA7F-96AF-4FC2-A6DA-30CCE8361039}" destId="{1408D3CE-F7CE-4C2C-AFEE-A92AF2C5D1AA}" srcOrd="0" destOrd="0" parTransId="{73FB9C0B-15B1-497F-9597-61235468496A}" sibTransId="{75179E7E-C36C-4DB7-888F-FACBF73DB2E3}"/>
    <dgm:cxn modelId="{660DA6F0-1DF9-4A26-9546-3C9D93A5A04A}" type="presOf" srcId="{2D4173AB-6D6D-48F4-B67C-447F0DB7DD1B}" destId="{0F849E49-8974-4E35-A16D-543705BC6C62}" srcOrd="0" destOrd="0" presId="urn:microsoft.com/office/officeart/2005/8/layout/lProcess2"/>
    <dgm:cxn modelId="{BE95F0F7-D249-4297-8E3A-047FBB14757F}" type="presParOf" srcId="{0F6BF49C-2057-4D45-8F42-83C5B9F34FBC}" destId="{795D4D13-EAB9-424F-AC43-95724CD714AE}" srcOrd="0" destOrd="0" presId="urn:microsoft.com/office/officeart/2005/8/layout/lProcess2"/>
    <dgm:cxn modelId="{8B49F5CC-D58F-4ABF-B28C-835FE9069F58}" type="presParOf" srcId="{795D4D13-EAB9-424F-AC43-95724CD714AE}" destId="{FEBB2B3C-924F-4D55-8A30-611158BFFD12}" srcOrd="0" destOrd="0" presId="urn:microsoft.com/office/officeart/2005/8/layout/lProcess2"/>
    <dgm:cxn modelId="{24B8FFF8-D0A2-43CE-8526-9C2A262C7D0F}" type="presParOf" srcId="{795D4D13-EAB9-424F-AC43-95724CD714AE}" destId="{EAC668D4-0244-45BB-A85D-98A4D27BCB71}" srcOrd="1" destOrd="0" presId="urn:microsoft.com/office/officeart/2005/8/layout/lProcess2"/>
    <dgm:cxn modelId="{7D416C5D-6516-4D82-88A1-B74CE323A249}" type="presParOf" srcId="{795D4D13-EAB9-424F-AC43-95724CD714AE}" destId="{9FFEEDEE-4659-4466-B81B-861ECC4B94D5}" srcOrd="2" destOrd="0" presId="urn:microsoft.com/office/officeart/2005/8/layout/lProcess2"/>
    <dgm:cxn modelId="{F4EAE4CB-B4AD-4A69-BF98-72E3BEEE188A}" type="presParOf" srcId="{9FFEEDEE-4659-4466-B81B-861ECC4B94D5}" destId="{5B3DEA5F-ADD7-4147-A4F7-5DDCF8AAE4EB}" srcOrd="0" destOrd="0" presId="urn:microsoft.com/office/officeart/2005/8/layout/lProcess2"/>
    <dgm:cxn modelId="{F31128CC-571B-49D6-9892-D936EF527D4A}" type="presParOf" srcId="{5B3DEA5F-ADD7-4147-A4F7-5DDCF8AAE4EB}" destId="{522C29BB-BDFE-4A4D-B14E-E10CB094576C}" srcOrd="0" destOrd="0" presId="urn:microsoft.com/office/officeart/2005/8/layout/lProcess2"/>
    <dgm:cxn modelId="{A400AC02-5BE0-48FA-B328-826E0B86FE33}" type="presParOf" srcId="{5B3DEA5F-ADD7-4147-A4F7-5DDCF8AAE4EB}" destId="{0707FA47-AD2B-4C65-B468-68ACC07DB2FB}" srcOrd="1" destOrd="0" presId="urn:microsoft.com/office/officeart/2005/8/layout/lProcess2"/>
    <dgm:cxn modelId="{44B0E4F0-D4D3-4A29-A3EB-D6130EFDBAEE}" type="presParOf" srcId="{5B3DEA5F-ADD7-4147-A4F7-5DDCF8AAE4EB}" destId="{775A91D6-ECC7-47C0-8969-82CA641D5803}" srcOrd="2" destOrd="0" presId="urn:microsoft.com/office/officeart/2005/8/layout/lProcess2"/>
    <dgm:cxn modelId="{5B0D1F23-D401-44B0-BAFC-756A83506BE0}" type="presParOf" srcId="{5B3DEA5F-ADD7-4147-A4F7-5DDCF8AAE4EB}" destId="{A839BAD4-26AD-4580-BFA7-90E64AAEE6D2}" srcOrd="3" destOrd="0" presId="urn:microsoft.com/office/officeart/2005/8/layout/lProcess2"/>
    <dgm:cxn modelId="{F6A713D0-7F20-4E78-A96D-3536E2D0FAF3}" type="presParOf" srcId="{5B3DEA5F-ADD7-4147-A4F7-5DDCF8AAE4EB}" destId="{34EB526F-50CD-4EF7-AD46-755BA454FA86}" srcOrd="4" destOrd="0" presId="urn:microsoft.com/office/officeart/2005/8/layout/lProcess2"/>
    <dgm:cxn modelId="{EEC869E0-094E-4E25-8F5C-33FC77C8AD28}" type="presParOf" srcId="{0F6BF49C-2057-4D45-8F42-83C5B9F34FBC}" destId="{FAC9B7C5-F4BA-43E0-9961-33EFC0E68458}" srcOrd="1" destOrd="0" presId="urn:microsoft.com/office/officeart/2005/8/layout/lProcess2"/>
    <dgm:cxn modelId="{86C8058C-62A5-4EC4-B9E6-F459805A539D}" type="presParOf" srcId="{0F6BF49C-2057-4D45-8F42-83C5B9F34FBC}" destId="{F3E65E90-CE3A-48C6-A437-B6480F0A1179}" srcOrd="2" destOrd="0" presId="urn:microsoft.com/office/officeart/2005/8/layout/lProcess2"/>
    <dgm:cxn modelId="{341E4433-CFDB-44EB-9A5B-F58B6E7B08E3}" type="presParOf" srcId="{F3E65E90-CE3A-48C6-A437-B6480F0A1179}" destId="{0C0427FC-8A1F-4680-8BDA-DEF2DB281CFA}" srcOrd="0" destOrd="0" presId="urn:microsoft.com/office/officeart/2005/8/layout/lProcess2"/>
    <dgm:cxn modelId="{5FF24769-B78B-404A-AF96-676C6A61A4AF}" type="presParOf" srcId="{F3E65E90-CE3A-48C6-A437-B6480F0A1179}" destId="{91AE15B0-531B-45DF-A6FF-02B80C100E95}" srcOrd="1" destOrd="0" presId="urn:microsoft.com/office/officeart/2005/8/layout/lProcess2"/>
    <dgm:cxn modelId="{60EC7E31-4C24-4733-A464-921ADA3C69C6}" type="presParOf" srcId="{F3E65E90-CE3A-48C6-A437-B6480F0A1179}" destId="{16974A8F-3325-4756-9694-1FE5EB272EA7}" srcOrd="2" destOrd="0" presId="urn:microsoft.com/office/officeart/2005/8/layout/lProcess2"/>
    <dgm:cxn modelId="{C1868A8C-969B-4E1E-8BB6-216949CAD907}" type="presParOf" srcId="{16974A8F-3325-4756-9694-1FE5EB272EA7}" destId="{E9BAE477-B526-4B75-9BC5-5EB69952AA04}" srcOrd="0" destOrd="0" presId="urn:microsoft.com/office/officeart/2005/8/layout/lProcess2"/>
    <dgm:cxn modelId="{D8E037E3-5F4A-49BE-B612-2BBEC646881A}" type="presParOf" srcId="{E9BAE477-B526-4B75-9BC5-5EB69952AA04}" destId="{A1AE1EE0-34D1-4928-9EB6-00168DDB977A}" srcOrd="0" destOrd="0" presId="urn:microsoft.com/office/officeart/2005/8/layout/lProcess2"/>
    <dgm:cxn modelId="{9CCD94CE-0C82-4F4F-BBFF-5FADD74C7C50}" type="presParOf" srcId="{E9BAE477-B526-4B75-9BC5-5EB69952AA04}" destId="{01878604-C36B-4EB5-9F4B-6FC5DFF702F0}" srcOrd="1" destOrd="0" presId="urn:microsoft.com/office/officeart/2005/8/layout/lProcess2"/>
    <dgm:cxn modelId="{2FA0A45A-BAD8-4DE5-A8E6-3C1510B9B515}" type="presParOf" srcId="{E9BAE477-B526-4B75-9BC5-5EB69952AA04}" destId="{8591FF0A-6557-4183-9A52-351A3C1A84A6}" srcOrd="2" destOrd="0" presId="urn:microsoft.com/office/officeart/2005/8/layout/lProcess2"/>
    <dgm:cxn modelId="{46F46B3A-1F03-46AE-9F75-129C4F6DBAD6}" type="presParOf" srcId="{E9BAE477-B526-4B75-9BC5-5EB69952AA04}" destId="{1D08A7DA-C6D6-44AC-B6D5-99760475FE23}" srcOrd="3" destOrd="0" presId="urn:microsoft.com/office/officeart/2005/8/layout/lProcess2"/>
    <dgm:cxn modelId="{F13022AE-2E14-410F-AA7C-580038BF7D53}" type="presParOf" srcId="{E9BAE477-B526-4B75-9BC5-5EB69952AA04}" destId="{A3BE8636-B477-4CC1-9496-03F40D5C5266}" srcOrd="4" destOrd="0" presId="urn:microsoft.com/office/officeart/2005/8/layout/lProcess2"/>
    <dgm:cxn modelId="{50966A01-C266-4D5D-B42B-45CBCB704805}" type="presParOf" srcId="{0F6BF49C-2057-4D45-8F42-83C5B9F34FBC}" destId="{CE25911B-7063-4DFA-B2A0-C83A8E585281}" srcOrd="3" destOrd="0" presId="urn:microsoft.com/office/officeart/2005/8/layout/lProcess2"/>
    <dgm:cxn modelId="{C9F98623-6A44-4D85-91C9-A5E527DF4E44}" type="presParOf" srcId="{0F6BF49C-2057-4D45-8F42-83C5B9F34FBC}" destId="{0F432F57-7069-4926-AC64-8B3CAD89EE50}" srcOrd="4" destOrd="0" presId="urn:microsoft.com/office/officeart/2005/8/layout/lProcess2"/>
    <dgm:cxn modelId="{12D09F7F-FB64-4D12-A25B-A9769B31E36A}" type="presParOf" srcId="{0F432F57-7069-4926-AC64-8B3CAD89EE50}" destId="{7489B8DE-EF46-4266-8970-491CD8AE872C}" srcOrd="0" destOrd="0" presId="urn:microsoft.com/office/officeart/2005/8/layout/lProcess2"/>
    <dgm:cxn modelId="{C5BEB0F4-CC79-4458-935E-9FD51814B4D9}" type="presParOf" srcId="{0F432F57-7069-4926-AC64-8B3CAD89EE50}" destId="{624FAE55-E7E1-46EA-A712-56941B523C5B}" srcOrd="1" destOrd="0" presId="urn:microsoft.com/office/officeart/2005/8/layout/lProcess2"/>
    <dgm:cxn modelId="{6703284B-218C-4E80-9BF0-1EE2B709F5E5}" type="presParOf" srcId="{0F432F57-7069-4926-AC64-8B3CAD89EE50}" destId="{89B11217-BF56-4B37-9C17-8468552C0057}" srcOrd="2" destOrd="0" presId="urn:microsoft.com/office/officeart/2005/8/layout/lProcess2"/>
    <dgm:cxn modelId="{082BC665-09E0-4EBF-843E-4C9CBCA99D90}" type="presParOf" srcId="{89B11217-BF56-4B37-9C17-8468552C0057}" destId="{EA99C10F-955A-4570-AFC9-C0F623D60344}" srcOrd="0" destOrd="0" presId="urn:microsoft.com/office/officeart/2005/8/layout/lProcess2"/>
    <dgm:cxn modelId="{8F7D31F4-CD21-4565-8D48-7353C426BA08}" type="presParOf" srcId="{EA99C10F-955A-4570-AFC9-C0F623D60344}" destId="{381FB8EE-6337-4C3D-AD4D-206A87AC760B}" srcOrd="0" destOrd="0" presId="urn:microsoft.com/office/officeart/2005/8/layout/lProcess2"/>
    <dgm:cxn modelId="{322CF7E2-6C00-497E-B26F-684FCA1C4A55}" type="presParOf" srcId="{EA99C10F-955A-4570-AFC9-C0F623D60344}" destId="{17EA9E56-493E-4910-900D-0FC80ABC63B2}" srcOrd="1" destOrd="0" presId="urn:microsoft.com/office/officeart/2005/8/layout/lProcess2"/>
    <dgm:cxn modelId="{9FBD1066-4620-4E37-A4E9-5FAAF070AF38}" type="presParOf" srcId="{EA99C10F-955A-4570-AFC9-C0F623D60344}" destId="{0F849E49-8974-4E35-A16D-543705BC6C62}" srcOrd="2" destOrd="0" presId="urn:microsoft.com/office/officeart/2005/8/layout/lProcess2"/>
    <dgm:cxn modelId="{B21F68CA-6E46-42EE-A99B-D950D5486AE2}" type="presParOf" srcId="{EA99C10F-955A-4570-AFC9-C0F623D60344}" destId="{9A34DAA1-D729-4BCA-B13A-99C27166DE90}" srcOrd="3" destOrd="0" presId="urn:microsoft.com/office/officeart/2005/8/layout/lProcess2"/>
    <dgm:cxn modelId="{C7DD2E03-9B44-4014-B7E1-3D25F4ACEA30}" type="presParOf" srcId="{EA99C10F-955A-4570-AFC9-C0F623D60344}" destId="{132C5254-9ED8-4FC6-A032-F9861A420967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F4EA7F-96AF-4FC2-A6DA-30CCE8361039}" type="doc">
      <dgm:prSet loTypeId="urn:microsoft.com/office/officeart/2005/8/layout/hierarchy4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A0899C6-7E4C-41A5-8BFF-07133EC639C7}">
      <dgm:prSet/>
      <dgm:spPr/>
      <dgm:t>
        <a:bodyPr/>
        <a:lstStyle/>
        <a:p>
          <a:pPr>
            <a:buNone/>
          </a:pPr>
          <a:r>
            <a:rPr lang="en-US" dirty="0"/>
            <a:t>Future Work </a:t>
          </a:r>
          <a:endParaRPr lang="en-US" b="0" i="0" dirty="0"/>
        </a:p>
      </dgm:t>
    </dgm:pt>
    <dgm:pt modelId="{7AF3F365-5533-429C-91D5-72497F6D4B5D}" type="parTrans" cxnId="{A088EA1F-32ED-4D86-96C4-A27FC533CA71}">
      <dgm:prSet/>
      <dgm:spPr/>
      <dgm:t>
        <a:bodyPr/>
        <a:lstStyle/>
        <a:p>
          <a:endParaRPr lang="en-US"/>
        </a:p>
      </dgm:t>
    </dgm:pt>
    <dgm:pt modelId="{E0876145-4024-4F61-AEB3-81923F4756FB}" type="sibTrans" cxnId="{A088EA1F-32ED-4D86-96C4-A27FC533CA71}">
      <dgm:prSet/>
      <dgm:spPr/>
      <dgm:t>
        <a:bodyPr/>
        <a:lstStyle/>
        <a:p>
          <a:endParaRPr lang="en-US"/>
        </a:p>
      </dgm:t>
    </dgm:pt>
    <dgm:pt modelId="{1D2A1E64-A5A8-4229-ABA9-8B142E79F8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Real-time smartphone streaming</a:t>
          </a:r>
        </a:p>
      </dgm:t>
    </dgm:pt>
    <dgm:pt modelId="{F49FB8D9-A738-4234-B6AE-495FE45BA753}" type="parTrans" cxnId="{8C0AD7D2-9590-4D6C-BFBD-35B8E113DA53}">
      <dgm:prSet/>
      <dgm:spPr/>
      <dgm:t>
        <a:bodyPr/>
        <a:lstStyle/>
        <a:p>
          <a:endParaRPr lang="en-US"/>
        </a:p>
      </dgm:t>
    </dgm:pt>
    <dgm:pt modelId="{291AF29E-C11C-40C7-BD81-7F1E2F12959C}" type="sibTrans" cxnId="{8C0AD7D2-9590-4D6C-BFBD-35B8E113DA53}">
      <dgm:prSet/>
      <dgm:spPr/>
      <dgm:t>
        <a:bodyPr/>
        <a:lstStyle/>
        <a:p>
          <a:endParaRPr lang="en-US"/>
        </a:p>
      </dgm:t>
    </dgm:pt>
    <dgm:pt modelId="{108243BF-0636-467E-B1D1-D6D80489E4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Multi-user personalized models</a:t>
          </a:r>
        </a:p>
      </dgm:t>
    </dgm:pt>
    <dgm:pt modelId="{F95C2CB6-D929-4EEF-97B6-84F5289F1EEC}" type="parTrans" cxnId="{9339BE8F-07F6-4752-BA90-74A341A17225}">
      <dgm:prSet/>
      <dgm:spPr/>
      <dgm:t>
        <a:bodyPr/>
        <a:lstStyle/>
        <a:p>
          <a:endParaRPr lang="en-US"/>
        </a:p>
      </dgm:t>
    </dgm:pt>
    <dgm:pt modelId="{9240A401-01A5-45C8-B7FB-63509D2BB66F}" type="sibTrans" cxnId="{9339BE8F-07F6-4752-BA90-74A341A17225}">
      <dgm:prSet/>
      <dgm:spPr/>
      <dgm:t>
        <a:bodyPr/>
        <a:lstStyle/>
        <a:p>
          <a:endParaRPr lang="en-US"/>
        </a:p>
      </dgm:t>
    </dgm:pt>
    <dgm:pt modelId="{0C6D8EEE-A08F-48EB-9ABF-9A22DA02D6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Activity timeline &amp; export (PDF/Excel)</a:t>
          </a:r>
        </a:p>
      </dgm:t>
    </dgm:pt>
    <dgm:pt modelId="{B6F7C0C4-B6AB-4CA5-A365-EC0B200C5389}" type="parTrans" cxnId="{163099D6-14C0-4D79-9699-572DDBDBC846}">
      <dgm:prSet/>
      <dgm:spPr/>
      <dgm:t>
        <a:bodyPr/>
        <a:lstStyle/>
        <a:p>
          <a:endParaRPr lang="en-US"/>
        </a:p>
      </dgm:t>
    </dgm:pt>
    <dgm:pt modelId="{89BC9564-EBEE-4F87-B27B-E6277686E48D}" type="sibTrans" cxnId="{163099D6-14C0-4D79-9699-572DDBDBC846}">
      <dgm:prSet/>
      <dgm:spPr/>
      <dgm:t>
        <a:bodyPr/>
        <a:lstStyle/>
        <a:p>
          <a:endParaRPr lang="en-US"/>
        </a:p>
      </dgm:t>
    </dgm:pt>
    <dgm:pt modelId="{71CA9FB3-C753-4BD9-B1F3-88D612E20E21}" type="pres">
      <dgm:prSet presAssocID="{2CF4EA7F-96AF-4FC2-A6DA-30CCE836103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C746D9-0C6B-464F-AA28-703412ADE3AD}" type="pres">
      <dgm:prSet presAssocID="{DA0899C6-7E4C-41A5-8BFF-07133EC639C7}" presName="vertOne" presStyleCnt="0"/>
      <dgm:spPr/>
    </dgm:pt>
    <dgm:pt modelId="{4D421538-EA6B-4F26-8749-6616336DF75C}" type="pres">
      <dgm:prSet presAssocID="{DA0899C6-7E4C-41A5-8BFF-07133EC639C7}" presName="txOne" presStyleLbl="node0" presStyleIdx="0" presStyleCnt="1">
        <dgm:presLayoutVars>
          <dgm:chPref val="3"/>
        </dgm:presLayoutVars>
      </dgm:prSet>
      <dgm:spPr/>
    </dgm:pt>
    <dgm:pt modelId="{9B82A100-9837-482A-8558-4DB91441D515}" type="pres">
      <dgm:prSet presAssocID="{DA0899C6-7E4C-41A5-8BFF-07133EC639C7}" presName="parTransOne" presStyleCnt="0"/>
      <dgm:spPr/>
    </dgm:pt>
    <dgm:pt modelId="{DBFFBDD6-3FC5-46AC-B2C3-95646CB4BCA6}" type="pres">
      <dgm:prSet presAssocID="{DA0899C6-7E4C-41A5-8BFF-07133EC639C7}" presName="horzOne" presStyleCnt="0"/>
      <dgm:spPr/>
    </dgm:pt>
    <dgm:pt modelId="{4257D443-9B54-4CA4-AF0B-DFA70F5E298F}" type="pres">
      <dgm:prSet presAssocID="{1D2A1E64-A5A8-4229-ABA9-8B142E79F862}" presName="vertTwo" presStyleCnt="0"/>
      <dgm:spPr/>
    </dgm:pt>
    <dgm:pt modelId="{43C675DE-AD76-47B6-851E-0B06D55F7449}" type="pres">
      <dgm:prSet presAssocID="{1D2A1E64-A5A8-4229-ABA9-8B142E79F862}" presName="txTwo" presStyleLbl="node2" presStyleIdx="0" presStyleCnt="3">
        <dgm:presLayoutVars>
          <dgm:chPref val="3"/>
        </dgm:presLayoutVars>
      </dgm:prSet>
      <dgm:spPr/>
    </dgm:pt>
    <dgm:pt modelId="{9748F3A9-CFAC-4027-8A86-0539BC80AA3E}" type="pres">
      <dgm:prSet presAssocID="{1D2A1E64-A5A8-4229-ABA9-8B142E79F862}" presName="horzTwo" presStyleCnt="0"/>
      <dgm:spPr/>
    </dgm:pt>
    <dgm:pt modelId="{71E9FB62-8B1B-4A45-A813-4C668DE0DBEF}" type="pres">
      <dgm:prSet presAssocID="{291AF29E-C11C-40C7-BD81-7F1E2F12959C}" presName="sibSpaceTwo" presStyleCnt="0"/>
      <dgm:spPr/>
    </dgm:pt>
    <dgm:pt modelId="{BBD1A510-9D74-4712-9A79-8072D75AA04A}" type="pres">
      <dgm:prSet presAssocID="{108243BF-0636-467E-B1D1-D6D80489E47F}" presName="vertTwo" presStyleCnt="0"/>
      <dgm:spPr/>
    </dgm:pt>
    <dgm:pt modelId="{A4E0AB2F-0BAD-4450-85C9-8CCB97A98CD7}" type="pres">
      <dgm:prSet presAssocID="{108243BF-0636-467E-B1D1-D6D80489E47F}" presName="txTwo" presStyleLbl="node2" presStyleIdx="1" presStyleCnt="3">
        <dgm:presLayoutVars>
          <dgm:chPref val="3"/>
        </dgm:presLayoutVars>
      </dgm:prSet>
      <dgm:spPr/>
    </dgm:pt>
    <dgm:pt modelId="{D8D8A81C-B749-4941-AA37-C3E463FA926D}" type="pres">
      <dgm:prSet presAssocID="{108243BF-0636-467E-B1D1-D6D80489E47F}" presName="horzTwo" presStyleCnt="0"/>
      <dgm:spPr/>
    </dgm:pt>
    <dgm:pt modelId="{58D76F8F-5FAB-49DB-947D-83AB15F799CE}" type="pres">
      <dgm:prSet presAssocID="{9240A401-01A5-45C8-B7FB-63509D2BB66F}" presName="sibSpaceTwo" presStyleCnt="0"/>
      <dgm:spPr/>
    </dgm:pt>
    <dgm:pt modelId="{5E3CDEF3-0BB6-4A65-A819-0783F64B5D10}" type="pres">
      <dgm:prSet presAssocID="{0C6D8EEE-A08F-48EB-9ABF-9A22DA02D67A}" presName="vertTwo" presStyleCnt="0"/>
      <dgm:spPr/>
    </dgm:pt>
    <dgm:pt modelId="{3E9FEBFB-9CA3-4B0A-9EB7-45E3F1ECE99E}" type="pres">
      <dgm:prSet presAssocID="{0C6D8EEE-A08F-48EB-9ABF-9A22DA02D67A}" presName="txTwo" presStyleLbl="node2" presStyleIdx="2" presStyleCnt="3">
        <dgm:presLayoutVars>
          <dgm:chPref val="3"/>
        </dgm:presLayoutVars>
      </dgm:prSet>
      <dgm:spPr/>
    </dgm:pt>
    <dgm:pt modelId="{3E8E5FF1-9E5B-4CB2-BC04-99D5D41BEF49}" type="pres">
      <dgm:prSet presAssocID="{0C6D8EEE-A08F-48EB-9ABF-9A22DA02D67A}" presName="horzTwo" presStyleCnt="0"/>
      <dgm:spPr/>
    </dgm:pt>
  </dgm:ptLst>
  <dgm:cxnLst>
    <dgm:cxn modelId="{9FE7BC01-3EC2-4B8A-BFDD-8A8BAC6B90E9}" type="presOf" srcId="{108243BF-0636-467E-B1D1-D6D80489E47F}" destId="{A4E0AB2F-0BAD-4450-85C9-8CCB97A98CD7}" srcOrd="0" destOrd="0" presId="urn:microsoft.com/office/officeart/2005/8/layout/hierarchy4"/>
    <dgm:cxn modelId="{A088EA1F-32ED-4D86-96C4-A27FC533CA71}" srcId="{2CF4EA7F-96AF-4FC2-A6DA-30CCE8361039}" destId="{DA0899C6-7E4C-41A5-8BFF-07133EC639C7}" srcOrd="0" destOrd="0" parTransId="{7AF3F365-5533-429C-91D5-72497F6D4B5D}" sibTransId="{E0876145-4024-4F61-AEB3-81923F4756FB}"/>
    <dgm:cxn modelId="{1540B860-B4BF-42B9-8699-D266B852B1F8}" type="presOf" srcId="{DA0899C6-7E4C-41A5-8BFF-07133EC639C7}" destId="{4D421538-EA6B-4F26-8749-6616336DF75C}" srcOrd="0" destOrd="0" presId="urn:microsoft.com/office/officeart/2005/8/layout/hierarchy4"/>
    <dgm:cxn modelId="{815EEE41-65A7-45AF-8DD6-10747E4C77F3}" type="presOf" srcId="{0C6D8EEE-A08F-48EB-9ABF-9A22DA02D67A}" destId="{3E9FEBFB-9CA3-4B0A-9EB7-45E3F1ECE99E}" srcOrd="0" destOrd="0" presId="urn:microsoft.com/office/officeart/2005/8/layout/hierarchy4"/>
    <dgm:cxn modelId="{9339BE8F-07F6-4752-BA90-74A341A17225}" srcId="{DA0899C6-7E4C-41A5-8BFF-07133EC639C7}" destId="{108243BF-0636-467E-B1D1-D6D80489E47F}" srcOrd="1" destOrd="0" parTransId="{F95C2CB6-D929-4EEF-97B6-84F5289F1EEC}" sibTransId="{9240A401-01A5-45C8-B7FB-63509D2BB66F}"/>
    <dgm:cxn modelId="{0F79139F-C046-42B4-9A2C-E8F2690AD081}" type="presOf" srcId="{1D2A1E64-A5A8-4229-ABA9-8B142E79F862}" destId="{43C675DE-AD76-47B6-851E-0B06D55F7449}" srcOrd="0" destOrd="0" presId="urn:microsoft.com/office/officeart/2005/8/layout/hierarchy4"/>
    <dgm:cxn modelId="{8C0AD7D2-9590-4D6C-BFBD-35B8E113DA53}" srcId="{DA0899C6-7E4C-41A5-8BFF-07133EC639C7}" destId="{1D2A1E64-A5A8-4229-ABA9-8B142E79F862}" srcOrd="0" destOrd="0" parTransId="{F49FB8D9-A738-4234-B6AE-495FE45BA753}" sibTransId="{291AF29E-C11C-40C7-BD81-7F1E2F12959C}"/>
    <dgm:cxn modelId="{163099D6-14C0-4D79-9699-572DDBDBC846}" srcId="{DA0899C6-7E4C-41A5-8BFF-07133EC639C7}" destId="{0C6D8EEE-A08F-48EB-9ABF-9A22DA02D67A}" srcOrd="2" destOrd="0" parTransId="{B6F7C0C4-B6AB-4CA5-A365-EC0B200C5389}" sibTransId="{89BC9564-EBEE-4F87-B27B-E6277686E48D}"/>
    <dgm:cxn modelId="{42EAD9E2-E8D4-4BC6-A935-73A0408CD828}" type="presOf" srcId="{2CF4EA7F-96AF-4FC2-A6DA-30CCE8361039}" destId="{71CA9FB3-C753-4BD9-B1F3-88D612E20E21}" srcOrd="0" destOrd="0" presId="urn:microsoft.com/office/officeart/2005/8/layout/hierarchy4"/>
    <dgm:cxn modelId="{C4530809-1022-41D1-A0DA-BE9A9DB312F7}" type="presParOf" srcId="{71CA9FB3-C753-4BD9-B1F3-88D612E20E21}" destId="{28C746D9-0C6B-464F-AA28-703412ADE3AD}" srcOrd="0" destOrd="0" presId="urn:microsoft.com/office/officeart/2005/8/layout/hierarchy4"/>
    <dgm:cxn modelId="{EA8B7E82-84CA-49EC-BAED-E05CF67C142C}" type="presParOf" srcId="{28C746D9-0C6B-464F-AA28-703412ADE3AD}" destId="{4D421538-EA6B-4F26-8749-6616336DF75C}" srcOrd="0" destOrd="0" presId="urn:microsoft.com/office/officeart/2005/8/layout/hierarchy4"/>
    <dgm:cxn modelId="{1FD0874E-66F2-4A93-A649-2D2E03441D18}" type="presParOf" srcId="{28C746D9-0C6B-464F-AA28-703412ADE3AD}" destId="{9B82A100-9837-482A-8558-4DB91441D515}" srcOrd="1" destOrd="0" presId="urn:microsoft.com/office/officeart/2005/8/layout/hierarchy4"/>
    <dgm:cxn modelId="{2E7F335C-C9A0-4549-8606-68BCEEF53F10}" type="presParOf" srcId="{28C746D9-0C6B-464F-AA28-703412ADE3AD}" destId="{DBFFBDD6-3FC5-46AC-B2C3-95646CB4BCA6}" srcOrd="2" destOrd="0" presId="urn:microsoft.com/office/officeart/2005/8/layout/hierarchy4"/>
    <dgm:cxn modelId="{C895D5D7-19D0-4F1B-968B-93F777735F7C}" type="presParOf" srcId="{DBFFBDD6-3FC5-46AC-B2C3-95646CB4BCA6}" destId="{4257D443-9B54-4CA4-AF0B-DFA70F5E298F}" srcOrd="0" destOrd="0" presId="urn:microsoft.com/office/officeart/2005/8/layout/hierarchy4"/>
    <dgm:cxn modelId="{C53F1054-ECFE-40AC-B486-9BDDABD806C9}" type="presParOf" srcId="{4257D443-9B54-4CA4-AF0B-DFA70F5E298F}" destId="{43C675DE-AD76-47B6-851E-0B06D55F7449}" srcOrd="0" destOrd="0" presId="urn:microsoft.com/office/officeart/2005/8/layout/hierarchy4"/>
    <dgm:cxn modelId="{75CBF4E2-C458-4DBB-97F8-281D3CE98D8F}" type="presParOf" srcId="{4257D443-9B54-4CA4-AF0B-DFA70F5E298F}" destId="{9748F3A9-CFAC-4027-8A86-0539BC80AA3E}" srcOrd="1" destOrd="0" presId="urn:microsoft.com/office/officeart/2005/8/layout/hierarchy4"/>
    <dgm:cxn modelId="{2C095F1A-66F6-4C83-BC04-A380F49E4CDB}" type="presParOf" srcId="{DBFFBDD6-3FC5-46AC-B2C3-95646CB4BCA6}" destId="{71E9FB62-8B1B-4A45-A813-4C668DE0DBEF}" srcOrd="1" destOrd="0" presId="urn:microsoft.com/office/officeart/2005/8/layout/hierarchy4"/>
    <dgm:cxn modelId="{027B63C3-5CF9-4581-8451-6E9BA3ABD7DE}" type="presParOf" srcId="{DBFFBDD6-3FC5-46AC-B2C3-95646CB4BCA6}" destId="{BBD1A510-9D74-4712-9A79-8072D75AA04A}" srcOrd="2" destOrd="0" presId="urn:microsoft.com/office/officeart/2005/8/layout/hierarchy4"/>
    <dgm:cxn modelId="{F316445B-1B9B-4F43-9F1C-9E89DC07B989}" type="presParOf" srcId="{BBD1A510-9D74-4712-9A79-8072D75AA04A}" destId="{A4E0AB2F-0BAD-4450-85C9-8CCB97A98CD7}" srcOrd="0" destOrd="0" presId="urn:microsoft.com/office/officeart/2005/8/layout/hierarchy4"/>
    <dgm:cxn modelId="{623ADDCE-FE2B-4E88-8FBC-A0979C4E64CC}" type="presParOf" srcId="{BBD1A510-9D74-4712-9A79-8072D75AA04A}" destId="{D8D8A81C-B749-4941-AA37-C3E463FA926D}" srcOrd="1" destOrd="0" presId="urn:microsoft.com/office/officeart/2005/8/layout/hierarchy4"/>
    <dgm:cxn modelId="{E06DFBB4-ED42-461A-AC6C-EF7D3BD3ED8C}" type="presParOf" srcId="{DBFFBDD6-3FC5-46AC-B2C3-95646CB4BCA6}" destId="{58D76F8F-5FAB-49DB-947D-83AB15F799CE}" srcOrd="3" destOrd="0" presId="urn:microsoft.com/office/officeart/2005/8/layout/hierarchy4"/>
    <dgm:cxn modelId="{CCCC5B13-61F5-4AC8-A96C-7B92FE5DFAEA}" type="presParOf" srcId="{DBFFBDD6-3FC5-46AC-B2C3-95646CB4BCA6}" destId="{5E3CDEF3-0BB6-4A65-A819-0783F64B5D10}" srcOrd="4" destOrd="0" presId="urn:microsoft.com/office/officeart/2005/8/layout/hierarchy4"/>
    <dgm:cxn modelId="{C9C80A6B-5BCF-4B30-9848-39688CBF7B59}" type="presParOf" srcId="{5E3CDEF3-0BB6-4A65-A819-0783F64B5D10}" destId="{3E9FEBFB-9CA3-4B0A-9EB7-45E3F1ECE99E}" srcOrd="0" destOrd="0" presId="urn:microsoft.com/office/officeart/2005/8/layout/hierarchy4"/>
    <dgm:cxn modelId="{8FB29B8B-95A9-405A-A3A6-3893DF7D4D66}" type="presParOf" srcId="{5E3CDEF3-0BB6-4A65-A819-0783F64B5D10}" destId="{3E8E5FF1-9E5B-4CB2-BC04-99D5D41BEF4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A941A-C4CB-40BF-A905-5116A146CA92}">
      <dsp:nvSpPr>
        <dsp:cNvPr id="0" name=""/>
        <dsp:cNvSpPr/>
      </dsp:nvSpPr>
      <dsp:spPr>
        <a:xfrm>
          <a:off x="1397774" y="942652"/>
          <a:ext cx="2904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044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34972" y="986766"/>
        <a:ext cx="16052" cy="3210"/>
      </dsp:txXfrm>
    </dsp:sp>
    <dsp:sp modelId="{1EB6525C-CA06-4078-AFA4-D528CC2B1751}">
      <dsp:nvSpPr>
        <dsp:cNvPr id="0" name=""/>
        <dsp:cNvSpPr/>
      </dsp:nvSpPr>
      <dsp:spPr>
        <a:xfrm>
          <a:off x="3708" y="569612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Labeled (5%)</a:t>
          </a:r>
        </a:p>
      </dsp:txBody>
      <dsp:txXfrm>
        <a:off x="3708" y="569612"/>
        <a:ext cx="1395866" cy="837519"/>
      </dsp:txXfrm>
    </dsp:sp>
    <dsp:sp modelId="{5B59A7DB-42D1-49E3-A901-630CBCCF971B}">
      <dsp:nvSpPr>
        <dsp:cNvPr id="0" name=""/>
        <dsp:cNvSpPr/>
      </dsp:nvSpPr>
      <dsp:spPr>
        <a:xfrm>
          <a:off x="3114689" y="942652"/>
          <a:ext cx="2904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044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1887" y="986766"/>
        <a:ext cx="16052" cy="3210"/>
      </dsp:txXfrm>
    </dsp:sp>
    <dsp:sp modelId="{3D7D24CB-5E22-4112-9067-CEFAA451E4DA}">
      <dsp:nvSpPr>
        <dsp:cNvPr id="0" name=""/>
        <dsp:cNvSpPr/>
      </dsp:nvSpPr>
      <dsp:spPr>
        <a:xfrm>
          <a:off x="1720623" y="569612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Train Model</a:t>
          </a:r>
        </a:p>
      </dsp:txBody>
      <dsp:txXfrm>
        <a:off x="1720623" y="569612"/>
        <a:ext cx="1395866" cy="837519"/>
      </dsp:txXfrm>
    </dsp:sp>
    <dsp:sp modelId="{329AFD69-13DF-42C7-A898-B4F7A3DA23E6}">
      <dsp:nvSpPr>
        <dsp:cNvPr id="0" name=""/>
        <dsp:cNvSpPr/>
      </dsp:nvSpPr>
      <dsp:spPr>
        <a:xfrm>
          <a:off x="701641" y="1405331"/>
          <a:ext cx="3433830" cy="290449"/>
        </a:xfrm>
        <a:custGeom>
          <a:avLst/>
          <a:gdLst/>
          <a:ahLst/>
          <a:cxnLst/>
          <a:rect l="0" t="0" r="0" b="0"/>
          <a:pathLst>
            <a:path>
              <a:moveTo>
                <a:pt x="3433830" y="0"/>
              </a:moveTo>
              <a:lnTo>
                <a:pt x="3433830" y="162324"/>
              </a:lnTo>
              <a:lnTo>
                <a:pt x="0" y="162324"/>
              </a:lnTo>
              <a:lnTo>
                <a:pt x="0" y="29044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2336" y="1548951"/>
        <a:ext cx="172440" cy="3210"/>
      </dsp:txXfrm>
    </dsp:sp>
    <dsp:sp modelId="{9318D49C-79BC-462F-B326-EC24E9258A8D}">
      <dsp:nvSpPr>
        <dsp:cNvPr id="0" name=""/>
        <dsp:cNvSpPr/>
      </dsp:nvSpPr>
      <dsp:spPr>
        <a:xfrm>
          <a:off x="3437538" y="569612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</a:t>
          </a:r>
        </a:p>
      </dsp:txBody>
      <dsp:txXfrm>
        <a:off x="3437538" y="569612"/>
        <a:ext cx="1395866" cy="837519"/>
      </dsp:txXfrm>
    </dsp:sp>
    <dsp:sp modelId="{1B2A10CA-DDC2-47CD-B0A3-7A58991DA9E6}">
      <dsp:nvSpPr>
        <dsp:cNvPr id="0" name=""/>
        <dsp:cNvSpPr/>
      </dsp:nvSpPr>
      <dsp:spPr>
        <a:xfrm>
          <a:off x="1397774" y="2101220"/>
          <a:ext cx="2904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044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34972" y="2145335"/>
        <a:ext cx="16052" cy="3210"/>
      </dsp:txXfrm>
    </dsp:sp>
    <dsp:sp modelId="{93775798-843E-4918-A047-EA7C1B285F2B}">
      <dsp:nvSpPr>
        <dsp:cNvPr id="0" name=""/>
        <dsp:cNvSpPr/>
      </dsp:nvSpPr>
      <dsp:spPr>
        <a:xfrm>
          <a:off x="3708" y="1728181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Filter (≥95%)</a:t>
          </a:r>
        </a:p>
      </dsp:txBody>
      <dsp:txXfrm>
        <a:off x="3708" y="1728181"/>
        <a:ext cx="1395866" cy="837519"/>
      </dsp:txXfrm>
    </dsp:sp>
    <dsp:sp modelId="{7F308141-CD0A-4F95-BC8E-0AFDF9992516}">
      <dsp:nvSpPr>
        <dsp:cNvPr id="0" name=""/>
        <dsp:cNvSpPr/>
      </dsp:nvSpPr>
      <dsp:spPr>
        <a:xfrm>
          <a:off x="3114689" y="2101220"/>
          <a:ext cx="2904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044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1887" y="2145335"/>
        <a:ext cx="16052" cy="3210"/>
      </dsp:txXfrm>
    </dsp:sp>
    <dsp:sp modelId="{A14D78AB-17C7-46B3-9E29-3D6A79524A63}">
      <dsp:nvSpPr>
        <dsp:cNvPr id="0" name=""/>
        <dsp:cNvSpPr/>
      </dsp:nvSpPr>
      <dsp:spPr>
        <a:xfrm>
          <a:off x="1720623" y="1728181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Retrain</a:t>
          </a:r>
        </a:p>
      </dsp:txBody>
      <dsp:txXfrm>
        <a:off x="1720623" y="1728181"/>
        <a:ext cx="1395866" cy="837519"/>
      </dsp:txXfrm>
    </dsp:sp>
    <dsp:sp modelId="{BEFC512C-4F4E-4CA2-95D6-061F40DE9DAA}">
      <dsp:nvSpPr>
        <dsp:cNvPr id="0" name=""/>
        <dsp:cNvSpPr/>
      </dsp:nvSpPr>
      <dsp:spPr>
        <a:xfrm>
          <a:off x="3437538" y="1728181"/>
          <a:ext cx="1395866" cy="8375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90.6%</a:t>
          </a:r>
          <a:endParaRPr lang="en-US" sz="1900" kern="1200" dirty="0"/>
        </a:p>
      </dsp:txBody>
      <dsp:txXfrm>
        <a:off x="3437538" y="1728181"/>
        <a:ext cx="1395866" cy="837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809A9-A20D-4DEB-A29F-4376A5A3BD19}">
      <dsp:nvSpPr>
        <dsp:cNvPr id="0" name=""/>
        <dsp:cNvSpPr/>
      </dsp:nvSpPr>
      <dsp:spPr>
        <a:xfrm>
          <a:off x="0" y="0"/>
          <a:ext cx="3869690" cy="68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Sensor Data (561) </a:t>
          </a:r>
        </a:p>
      </dsp:txBody>
      <dsp:txXfrm>
        <a:off x="20203" y="20203"/>
        <a:ext cx="3067089" cy="649362"/>
      </dsp:txXfrm>
    </dsp:sp>
    <dsp:sp modelId="{4CA948F3-4982-4E2E-B922-C4C3C3565BEA}">
      <dsp:nvSpPr>
        <dsp:cNvPr id="0" name=""/>
        <dsp:cNvSpPr/>
      </dsp:nvSpPr>
      <dsp:spPr>
        <a:xfrm>
          <a:off x="324086" y="815181"/>
          <a:ext cx="3869690" cy="68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Scaler </a:t>
          </a:r>
        </a:p>
      </dsp:txBody>
      <dsp:txXfrm>
        <a:off x="344289" y="835384"/>
        <a:ext cx="3056848" cy="649362"/>
      </dsp:txXfrm>
    </dsp:sp>
    <dsp:sp modelId="{8D7DA668-6264-48EC-922E-AB6010330B11}">
      <dsp:nvSpPr>
        <dsp:cNvPr id="0" name=""/>
        <dsp:cNvSpPr/>
      </dsp:nvSpPr>
      <dsp:spPr>
        <a:xfrm>
          <a:off x="643336" y="1630362"/>
          <a:ext cx="3869690" cy="68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Logistic Regression </a:t>
          </a:r>
        </a:p>
      </dsp:txBody>
      <dsp:txXfrm>
        <a:off x="663539" y="1650565"/>
        <a:ext cx="3061685" cy="649362"/>
      </dsp:txXfrm>
    </dsp:sp>
    <dsp:sp modelId="{2AD65053-E4DE-42B8-89F4-EDA64C77B76A}">
      <dsp:nvSpPr>
        <dsp:cNvPr id="0" name=""/>
        <dsp:cNvSpPr/>
      </dsp:nvSpPr>
      <dsp:spPr>
        <a:xfrm>
          <a:off x="967422" y="2445544"/>
          <a:ext cx="3869690" cy="68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Prediction</a:t>
          </a:r>
        </a:p>
      </dsp:txBody>
      <dsp:txXfrm>
        <a:off x="987625" y="2465747"/>
        <a:ext cx="3056848" cy="649362"/>
      </dsp:txXfrm>
    </dsp:sp>
    <dsp:sp modelId="{879A2752-DF5C-4E06-A072-09E1FBD8ADDF}">
      <dsp:nvSpPr>
        <dsp:cNvPr id="0" name=""/>
        <dsp:cNvSpPr/>
      </dsp:nvSpPr>
      <dsp:spPr>
        <a:xfrm>
          <a:off x="3421340" y="528300"/>
          <a:ext cx="448349" cy="4483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522219" y="528300"/>
        <a:ext cx="246591" cy="337383"/>
      </dsp:txXfrm>
    </dsp:sp>
    <dsp:sp modelId="{C9BBFC84-205C-4669-86DE-45F1DFFF4726}">
      <dsp:nvSpPr>
        <dsp:cNvPr id="0" name=""/>
        <dsp:cNvSpPr/>
      </dsp:nvSpPr>
      <dsp:spPr>
        <a:xfrm>
          <a:off x="3745427" y="1343481"/>
          <a:ext cx="448349" cy="4483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846306" y="1343481"/>
        <a:ext cx="246591" cy="337383"/>
      </dsp:txXfrm>
    </dsp:sp>
    <dsp:sp modelId="{9FF293CF-D5F2-4A9C-A905-DBCA453BAE0B}">
      <dsp:nvSpPr>
        <dsp:cNvPr id="0" name=""/>
        <dsp:cNvSpPr/>
      </dsp:nvSpPr>
      <dsp:spPr>
        <a:xfrm>
          <a:off x="4064676" y="2158663"/>
          <a:ext cx="448349" cy="4483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165555" y="2158663"/>
        <a:ext cx="246591" cy="337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B2B3C-924F-4D55-8A30-611158BFFD12}">
      <dsp:nvSpPr>
        <dsp:cNvPr id="0" name=""/>
        <dsp:cNvSpPr/>
      </dsp:nvSpPr>
      <dsp:spPr>
        <a:xfrm>
          <a:off x="1338" y="0"/>
          <a:ext cx="3480301" cy="39201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Healthcare Applications</a:t>
          </a:r>
          <a:endParaRPr lang="en-US" sz="3300" kern="1200" dirty="0"/>
        </a:p>
      </dsp:txBody>
      <dsp:txXfrm>
        <a:off x="1338" y="0"/>
        <a:ext cx="3480301" cy="1176058"/>
      </dsp:txXfrm>
    </dsp:sp>
    <dsp:sp modelId="{522C29BB-BDFE-4A4D-B14E-E10CB094576C}">
      <dsp:nvSpPr>
        <dsp:cNvPr id="0" name=""/>
        <dsp:cNvSpPr/>
      </dsp:nvSpPr>
      <dsp:spPr>
        <a:xfrm>
          <a:off x="349368" y="1176393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Elder Care Track daily activities, detect falls</a:t>
          </a:r>
          <a:endParaRPr lang="en-US" sz="1800" kern="1200" dirty="0"/>
        </a:p>
      </dsp:txBody>
      <dsp:txXfrm>
        <a:off x="371925" y="1198950"/>
        <a:ext cx="2739127" cy="725047"/>
      </dsp:txXfrm>
    </dsp:sp>
    <dsp:sp modelId="{775A91D6-ECC7-47C0-8969-82CA641D5803}">
      <dsp:nvSpPr>
        <dsp:cNvPr id="0" name=""/>
        <dsp:cNvSpPr/>
      </dsp:nvSpPr>
      <dsp:spPr>
        <a:xfrm>
          <a:off x="349368" y="2065041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Monitor post-surgery recovery progress</a:t>
          </a:r>
        </a:p>
      </dsp:txBody>
      <dsp:txXfrm>
        <a:off x="371925" y="2087598"/>
        <a:ext cx="2739127" cy="725047"/>
      </dsp:txXfrm>
    </dsp:sp>
    <dsp:sp modelId="{34EB526F-50CD-4EF7-AD46-755BA454FA86}">
      <dsp:nvSpPr>
        <dsp:cNvPr id="0" name=""/>
        <dsp:cNvSpPr/>
      </dsp:nvSpPr>
      <dsp:spPr>
        <a:xfrm>
          <a:off x="349368" y="2953689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Study patient mobility patterns</a:t>
          </a:r>
        </a:p>
      </dsp:txBody>
      <dsp:txXfrm>
        <a:off x="371925" y="2976246"/>
        <a:ext cx="2739127" cy="725047"/>
      </dsp:txXfrm>
    </dsp:sp>
    <dsp:sp modelId="{0C0427FC-8A1F-4680-8BDA-DEF2DB281CFA}">
      <dsp:nvSpPr>
        <dsp:cNvPr id="0" name=""/>
        <dsp:cNvSpPr/>
      </dsp:nvSpPr>
      <dsp:spPr>
        <a:xfrm>
          <a:off x="3742663" y="0"/>
          <a:ext cx="3480301" cy="39201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Fitness &amp; Wellness</a:t>
          </a:r>
          <a:endParaRPr lang="en-US" sz="3300" kern="1200" dirty="0"/>
        </a:p>
      </dsp:txBody>
      <dsp:txXfrm>
        <a:off x="3742663" y="0"/>
        <a:ext cx="3480301" cy="1176058"/>
      </dsp:txXfrm>
    </dsp:sp>
    <dsp:sp modelId="{A1AE1EE0-34D1-4928-9EB6-00168DDB977A}">
      <dsp:nvSpPr>
        <dsp:cNvPr id="0" name=""/>
        <dsp:cNvSpPr/>
      </dsp:nvSpPr>
      <dsp:spPr>
        <a:xfrm>
          <a:off x="4090693" y="1176393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Automatic activity detection, calorie tracking</a:t>
          </a:r>
          <a:endParaRPr lang="en-US" sz="1800" kern="1200" dirty="0"/>
        </a:p>
      </dsp:txBody>
      <dsp:txXfrm>
        <a:off x="4113250" y="1198950"/>
        <a:ext cx="2739127" cy="725047"/>
      </dsp:txXfrm>
    </dsp:sp>
    <dsp:sp modelId="{8591FF0A-6557-4183-9A52-351A3C1A84A6}">
      <dsp:nvSpPr>
        <dsp:cNvPr id="0" name=""/>
        <dsp:cNvSpPr/>
      </dsp:nvSpPr>
      <dsp:spPr>
        <a:xfrm>
          <a:off x="4090693" y="2065041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Adapt workouts based on activity patterns</a:t>
          </a:r>
        </a:p>
      </dsp:txBody>
      <dsp:txXfrm>
        <a:off x="4113250" y="2087598"/>
        <a:ext cx="2739127" cy="725047"/>
      </dsp:txXfrm>
    </dsp:sp>
    <dsp:sp modelId="{A3BE8636-B477-4CC1-9496-03F40D5C5266}">
      <dsp:nvSpPr>
        <dsp:cNvPr id="0" name=""/>
        <dsp:cNvSpPr/>
      </dsp:nvSpPr>
      <dsp:spPr>
        <a:xfrm>
          <a:off x="4090693" y="2953689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Activity-based wellness programs</a:t>
          </a:r>
        </a:p>
      </dsp:txBody>
      <dsp:txXfrm>
        <a:off x="4113250" y="2976246"/>
        <a:ext cx="2739127" cy="725047"/>
      </dsp:txXfrm>
    </dsp:sp>
    <dsp:sp modelId="{7489B8DE-EF46-4266-8970-491CD8AE872C}">
      <dsp:nvSpPr>
        <dsp:cNvPr id="0" name=""/>
        <dsp:cNvSpPr/>
      </dsp:nvSpPr>
      <dsp:spPr>
        <a:xfrm>
          <a:off x="7483987" y="0"/>
          <a:ext cx="3480301" cy="39201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Research &amp; Industry</a:t>
          </a:r>
        </a:p>
      </dsp:txBody>
      <dsp:txXfrm>
        <a:off x="7483987" y="0"/>
        <a:ext cx="3480301" cy="1176058"/>
      </dsp:txXfrm>
    </dsp:sp>
    <dsp:sp modelId="{381FB8EE-6337-4C3D-AD4D-206A87AC760B}">
      <dsp:nvSpPr>
        <dsp:cNvPr id="0" name=""/>
        <dsp:cNvSpPr/>
      </dsp:nvSpPr>
      <dsp:spPr>
        <a:xfrm>
          <a:off x="7832017" y="1176393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Analyze human movement patterns</a:t>
          </a:r>
        </a:p>
      </dsp:txBody>
      <dsp:txXfrm>
        <a:off x="7854574" y="1198950"/>
        <a:ext cx="2739127" cy="725047"/>
      </dsp:txXfrm>
    </dsp:sp>
    <dsp:sp modelId="{0F849E49-8974-4E35-A16D-543705BC6C62}">
      <dsp:nvSpPr>
        <dsp:cNvPr id="0" name=""/>
        <dsp:cNvSpPr/>
      </dsp:nvSpPr>
      <dsp:spPr>
        <a:xfrm>
          <a:off x="7832017" y="2065041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Monitor worker activities in hazardous environments</a:t>
          </a:r>
        </a:p>
      </dsp:txBody>
      <dsp:txXfrm>
        <a:off x="7854574" y="2087598"/>
        <a:ext cx="2739127" cy="725047"/>
      </dsp:txXfrm>
    </dsp:sp>
    <dsp:sp modelId="{132C5254-9ED8-4FC6-A032-F9861A420967}">
      <dsp:nvSpPr>
        <dsp:cNvPr id="0" name=""/>
        <dsp:cNvSpPr/>
      </dsp:nvSpPr>
      <dsp:spPr>
        <a:xfrm>
          <a:off x="7832017" y="2953689"/>
          <a:ext cx="2784241" cy="770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0" i="0" kern="1200" dirty="0"/>
            <a:t>Context-aware automation based on user activity</a:t>
          </a:r>
        </a:p>
      </dsp:txBody>
      <dsp:txXfrm>
        <a:off x="7854574" y="2976246"/>
        <a:ext cx="2739127" cy="7250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21538-EA6B-4F26-8749-6616336DF75C}">
      <dsp:nvSpPr>
        <dsp:cNvPr id="0" name=""/>
        <dsp:cNvSpPr/>
      </dsp:nvSpPr>
      <dsp:spPr>
        <a:xfrm>
          <a:off x="3940" y="1287"/>
          <a:ext cx="10957746" cy="1816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Future Work </a:t>
          </a:r>
          <a:endParaRPr lang="en-US" sz="6500" b="0" i="0" kern="1200" dirty="0"/>
        </a:p>
      </dsp:txBody>
      <dsp:txXfrm>
        <a:off x="57145" y="54492"/>
        <a:ext cx="10851336" cy="1710126"/>
      </dsp:txXfrm>
    </dsp:sp>
    <dsp:sp modelId="{43C675DE-AD76-47B6-851E-0B06D55F7449}">
      <dsp:nvSpPr>
        <dsp:cNvPr id="0" name=""/>
        <dsp:cNvSpPr/>
      </dsp:nvSpPr>
      <dsp:spPr>
        <a:xfrm>
          <a:off x="3940" y="2102372"/>
          <a:ext cx="3458884" cy="1816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Real-time smartphone streaming</a:t>
          </a:r>
        </a:p>
      </dsp:txBody>
      <dsp:txXfrm>
        <a:off x="57145" y="2155577"/>
        <a:ext cx="3352474" cy="1710126"/>
      </dsp:txXfrm>
    </dsp:sp>
    <dsp:sp modelId="{A4E0AB2F-0BAD-4450-85C9-8CCB97A98CD7}">
      <dsp:nvSpPr>
        <dsp:cNvPr id="0" name=""/>
        <dsp:cNvSpPr/>
      </dsp:nvSpPr>
      <dsp:spPr>
        <a:xfrm>
          <a:off x="3753371" y="2102372"/>
          <a:ext cx="3458884" cy="1816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Multi-user personalized models</a:t>
          </a:r>
        </a:p>
      </dsp:txBody>
      <dsp:txXfrm>
        <a:off x="3806576" y="2155577"/>
        <a:ext cx="3352474" cy="1710126"/>
      </dsp:txXfrm>
    </dsp:sp>
    <dsp:sp modelId="{3E9FEBFB-9CA3-4B0A-9EB7-45E3F1ECE99E}">
      <dsp:nvSpPr>
        <dsp:cNvPr id="0" name=""/>
        <dsp:cNvSpPr/>
      </dsp:nvSpPr>
      <dsp:spPr>
        <a:xfrm>
          <a:off x="7502802" y="2102372"/>
          <a:ext cx="3458884" cy="1816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400" b="0" i="0" kern="1200" dirty="0"/>
            <a:t>Activity timeline &amp; export (PDF/Excel)</a:t>
          </a:r>
        </a:p>
      </dsp:txBody>
      <dsp:txXfrm>
        <a:off x="7556007" y="2155577"/>
        <a:ext cx="3352474" cy="1710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de/objekte/computer/kaffee-tasse-becher-schreibtisch-buero-desktop-arbeitsplatz-zu-ueberwache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rmAutofit/>
          </a:bodyPr>
          <a:lstStyle/>
          <a:p>
            <a:r>
              <a:rPr lang="en-US" b="1" dirty="0"/>
              <a:t>Semi-Supervised Human Activity Recognition</a:t>
            </a:r>
          </a:p>
        </p:txBody>
      </p:sp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5820" r="14624" b="-4"/>
          <a:stretch>
            <a:fillRect/>
          </a:stretch>
        </p:blipFill>
        <p:spPr>
          <a:xfrm flipH="1">
            <a:off x="6086167" y="-22225"/>
            <a:ext cx="6080760" cy="6902450"/>
          </a:xfrm>
          <a:noFill/>
        </p:spPr>
      </p:pic>
      <p:sp>
        <p:nvSpPr>
          <p:cNvPr id="11" name="Subtitle 3">
            <a:extLst>
              <a:ext uri="{FF2B5EF4-FFF2-40B4-BE49-F238E27FC236}">
                <a16:creationId xmlns:a16="http://schemas.microsoft.com/office/drawing/2014/main" id="{2C3FF18C-DAED-0C00-0BFB-F883092ED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>
            <a:noAutofit/>
          </a:bodyPr>
          <a:lstStyle/>
          <a:p>
            <a:r>
              <a:rPr lang="en-US" sz="1800" dirty="0"/>
              <a:t>Using Smartphone Sensor Data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D0C3-D499-9B11-549C-B290B01D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 Problem</a:t>
            </a:r>
            <a:br>
              <a:rPr lang="en-US" dirty="0"/>
            </a:br>
            <a:r>
              <a:rPr lang="en-US" dirty="0"/>
              <a:t>Statement</a:t>
            </a:r>
          </a:p>
        </p:txBody>
      </p:sp>
      <p:pic>
        <p:nvPicPr>
          <p:cNvPr id="5" name="Picture Placeholder 4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1FC16FDA-622C-8627-BEBC-4D8218EEB3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148" r="17332" b="-1"/>
          <a:stretch>
            <a:fillRect/>
          </a:stretch>
        </p:blipFill>
        <p:spPr>
          <a:xfrm>
            <a:off x="-28882" y="10"/>
            <a:ext cx="6115050" cy="6857990"/>
          </a:xfr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1772663-C009-577B-9318-DDDAE4959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Labeling sensor data is 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annotation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Solution: Only 5% labeled data + Pseudo-labeling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62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949D-C85A-926A-A14B-D3E9C68E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Dataset overview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AB7D9419-3C2E-D6C6-825C-09148EFD5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18" r="19894"/>
          <a:stretch>
            <a:fillRect/>
          </a:stretch>
        </p:blipFill>
        <p:spPr>
          <a:xfrm>
            <a:off x="-28882" y="10"/>
            <a:ext cx="6115050" cy="6857990"/>
          </a:xfrm>
          <a:prstGeom prst="parallelogram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45D8D7A-6A30-9FB0-30DB-5FECA2B5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 volunteers (19-48 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561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7,352 training samples | 2,947 test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1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67B7-1238-BA91-A6EA-F757D5D8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Exploratory 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DC005-7123-8BC2-BC89-23BC1A3EEC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Class distribution chart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Feature importance plot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PCA/t-SNE visualization</a:t>
            </a:r>
          </a:p>
          <a:p>
            <a:pPr>
              <a:lnSpc>
                <a:spcPct val="140000"/>
              </a:lnSpc>
            </a:pPr>
            <a:endParaRPr lang="en-US" dirty="0"/>
          </a:p>
          <a:p>
            <a:pPr>
              <a:lnSpc>
                <a:spcPct val="140000"/>
              </a:lnSpc>
            </a:pPr>
            <a:r>
              <a:rPr lang="en-US" dirty="0"/>
              <a:t>Findings: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Balanced classes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Static vs dynamic activities cluster differently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pPr>
              <a:lnSpc>
                <a:spcPct val="140000"/>
              </a:lnSpc>
            </a:pPr>
            <a:endParaRPr lang="en-US" dirty="0"/>
          </a:p>
        </p:txBody>
      </p:sp>
      <p:pic>
        <p:nvPicPr>
          <p:cNvPr id="5" name="Picture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28DDC2F-028F-AC1E-B93D-0CE0DE48AC9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198"/>
          <a:stretch>
            <a:fillRect/>
          </a:stretch>
        </p:blipFill>
        <p:spPr>
          <a:xfrm>
            <a:off x="6219464" y="1790329"/>
            <a:ext cx="5134335" cy="4113054"/>
          </a:xfrm>
          <a:noFill/>
        </p:spPr>
      </p:pic>
    </p:spTree>
    <p:extLst>
      <p:ext uri="{BB962C8B-B14F-4D97-AF65-F5344CB8AC3E}">
        <p14:creationId xmlns:p14="http://schemas.microsoft.com/office/powerpoint/2010/main" val="124430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C44F-FDB3-C9DD-A5BB-E6574080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Pseudo-Labeling Approach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26F7C61F-4DB9-AD1F-129D-951ECC5F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40" r="12385"/>
          <a:stretch>
            <a:fillRect/>
          </a:stretch>
        </p:blipFill>
        <p:spPr>
          <a:xfrm>
            <a:off x="-28882" y="10"/>
            <a:ext cx="6115050" cy="6857990"/>
          </a:xfrm>
          <a:prstGeom prst="parallelogram">
            <a:avLst/>
          </a:prstGeom>
          <a:noFill/>
          <a:ln>
            <a:noFill/>
          </a:ln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D6DFE-85F2-E2C0-24D8-37F39D41E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779386"/>
              </p:ext>
            </p:extLst>
          </p:nvPr>
        </p:nvGraphicFramePr>
        <p:xfrm>
          <a:off x="6562725" y="2752725"/>
          <a:ext cx="4837113" cy="3135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0CFD294-FB46-970F-49F9-4281F3CE3767}"/>
              </a:ext>
            </a:extLst>
          </p:cNvPr>
          <p:cNvSpPr/>
          <p:nvPr/>
        </p:nvSpPr>
        <p:spPr>
          <a:xfrm>
            <a:off x="6562725" y="6258560"/>
            <a:ext cx="3129915" cy="599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4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9E6D-4D41-E7A9-A05D-4F5923DF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n-US" dirty="0"/>
              <a:t> Technical Pipeline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Blue painted factory">
            <a:extLst>
              <a:ext uri="{FF2B5EF4-FFF2-40B4-BE49-F238E27FC236}">
                <a16:creationId xmlns:a16="http://schemas.microsoft.com/office/drawing/2014/main" id="{60FC2976-D9BC-1918-AED0-364D32BC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44" r="9536" b="-1"/>
          <a:stretch>
            <a:fillRect/>
          </a:stretch>
        </p:blipFill>
        <p:spPr>
          <a:xfrm>
            <a:off x="-28882" y="10"/>
            <a:ext cx="6115050" cy="6857990"/>
          </a:xfrm>
          <a:prstGeom prst="parallelogram">
            <a:avLst/>
          </a:prstGeom>
          <a:noFill/>
          <a:ln>
            <a:noFill/>
          </a:ln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2056F3-42CE-A02F-18B6-B6E66B2B3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829753"/>
              </p:ext>
            </p:extLst>
          </p:nvPr>
        </p:nvGraphicFramePr>
        <p:xfrm>
          <a:off x="6562725" y="2752725"/>
          <a:ext cx="4837113" cy="3135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0DF2FCA-A4A4-0176-DD67-2EC2A791F723}"/>
              </a:ext>
            </a:extLst>
          </p:cNvPr>
          <p:cNvSpPr/>
          <p:nvPr/>
        </p:nvSpPr>
        <p:spPr>
          <a:xfrm>
            <a:off x="6471920" y="6299200"/>
            <a:ext cx="3190240" cy="55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8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B474-4EA2-29C6-2133-CCBF516F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Metrics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9BF27A2-8F95-6EF0-DC7C-496BC9E11C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90.6%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F1-Score: 0.90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25867D4-E620-6A5F-7047-DD4E1F526AA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06"/>
          <a:stretch>
            <a:fillRect/>
          </a:stretch>
        </p:blipFill>
        <p:spPr>
          <a:xfrm>
            <a:off x="6219464" y="1790329"/>
            <a:ext cx="5134335" cy="4113054"/>
          </a:xfrm>
          <a:noFill/>
        </p:spPr>
      </p:pic>
    </p:spTree>
    <p:extLst>
      <p:ext uri="{BB962C8B-B14F-4D97-AF65-F5344CB8AC3E}">
        <p14:creationId xmlns:p14="http://schemas.microsoft.com/office/powerpoint/2010/main" val="355071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A03B-0E03-24B7-2DC7-C7326F3F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</p:spPr>
        <p:txBody>
          <a:bodyPr anchor="ctr">
            <a:normAutofit/>
          </a:bodyPr>
          <a:lstStyle/>
          <a:p>
            <a:r>
              <a:rPr lang="en-US" dirty="0"/>
              <a:t> StreamLit Application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 descr="A screenshot of a video&#10;&#10;AI-generated content may be incorrect.">
            <a:extLst>
              <a:ext uri="{FF2B5EF4-FFF2-40B4-BE49-F238E27FC236}">
                <a16:creationId xmlns:a16="http://schemas.microsoft.com/office/drawing/2014/main" id="{9D3F63EC-2214-4E0D-D42A-FB8D4EBF90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" r="1905"/>
          <a:stretch/>
        </p:blipFill>
        <p:spPr>
          <a:xfrm>
            <a:off x="0" y="20"/>
            <a:ext cx="4287838" cy="6857959"/>
          </a:xfr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BACCD6E-3934-4F14-1A9B-D835696BD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/>
          <a:p>
            <a:r>
              <a:rPr lang="en-US" dirty="0"/>
              <a:t>Manual Sliders - Interactive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9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B84B-2253-8A1C-190A-37C9B1A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4577861" cy="1581912"/>
          </a:xfrm>
        </p:spPr>
        <p:txBody>
          <a:bodyPr anchor="b">
            <a:normAutofit/>
          </a:bodyPr>
          <a:lstStyle/>
          <a:p>
            <a:r>
              <a:rPr lang="en-US" dirty="0"/>
              <a:t> StreamLit Application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D29EF-D480-8763-9F9A-AA50EC838B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0128" y="2236966"/>
            <a:ext cx="4894006" cy="1501021"/>
          </a:xfrm>
        </p:spPr>
        <p:txBody>
          <a:bodyPr>
            <a:normAutofit/>
          </a:bodyPr>
          <a:lstStyle/>
          <a:p>
            <a:r>
              <a:rPr lang="en-US" dirty="0"/>
              <a:t>CSV Upload - Batch predictions</a:t>
            </a:r>
          </a:p>
          <a:p>
            <a:endParaRPr lang="en-US" dirty="0"/>
          </a:p>
        </p:txBody>
      </p:sp>
      <p:pic>
        <p:nvPicPr>
          <p:cNvPr id="10" name="Picture Placeholder 9" descr="A screenshot of a computer">
            <a:extLst>
              <a:ext uri="{FF2B5EF4-FFF2-40B4-BE49-F238E27FC236}">
                <a16:creationId xmlns:a16="http://schemas.microsoft.com/office/drawing/2014/main" id="{1DFD3FB2-58FB-5BA2-5455-641FBE42A3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" b="2265"/>
          <a:stretch>
            <a:fillRect/>
          </a:stretch>
        </p:blipFill>
        <p:spPr>
          <a:xfrm>
            <a:off x="4324350" y="-22225"/>
            <a:ext cx="7891463" cy="6880225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087DF95-8DD4-4E31-1B48-2CA0C03EBEB4}"/>
              </a:ext>
            </a:extLst>
          </p:cNvPr>
          <p:cNvSpPr/>
          <p:nvPr/>
        </p:nvSpPr>
        <p:spPr>
          <a:xfrm>
            <a:off x="838201" y="6116320"/>
            <a:ext cx="3486149" cy="741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1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51EF-6817-59BF-95B0-CB462865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236" y="466344"/>
            <a:ext cx="4287840" cy="1710354"/>
          </a:xfrm>
        </p:spPr>
        <p:txBody>
          <a:bodyPr anchor="ctr">
            <a:normAutofit/>
          </a:bodyPr>
          <a:lstStyle/>
          <a:p>
            <a:r>
              <a:rPr lang="en-US" dirty="0"/>
              <a:t> StreamLit Application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0C350-6D59-DFA1-CDA3-7755168B3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236" y="2286000"/>
            <a:ext cx="4287839" cy="3474720"/>
          </a:xfrm>
        </p:spPr>
        <p:txBody>
          <a:bodyPr>
            <a:normAutofit/>
          </a:bodyPr>
          <a:lstStyle/>
          <a:p>
            <a:r>
              <a:rPr lang="en-US" dirty="0"/>
              <a:t>Random Generator - Synthetic data</a:t>
            </a:r>
          </a:p>
        </p:txBody>
      </p:sp>
      <p:pic>
        <p:nvPicPr>
          <p:cNvPr id="15" name="Picture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4E0599-8B9F-E0C4-230D-7F7B79F737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6" r="18356"/>
          <a:stretch>
            <a:fillRect/>
          </a:stretch>
        </p:blipFill>
        <p:spPr>
          <a:xfrm>
            <a:off x="0" y="0"/>
            <a:ext cx="6919913" cy="6858000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072FA8-DBB9-CDC8-2479-1588BBBCA085}"/>
              </a:ext>
            </a:extLst>
          </p:cNvPr>
          <p:cNvSpPr/>
          <p:nvPr/>
        </p:nvSpPr>
        <p:spPr>
          <a:xfrm>
            <a:off x="6919913" y="6309360"/>
            <a:ext cx="2660967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8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C376-97B7-C40E-E241-5BAD0F2B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Real-World Applications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2201F-3A39-1827-7E76-BF3D08B8558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742532395"/>
              </p:ext>
            </p:extLst>
          </p:nvPr>
        </p:nvGraphicFramePr>
        <p:xfrm>
          <a:off x="613186" y="2107800"/>
          <a:ext cx="10965628" cy="3920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39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B4F0-D7BA-823E-6905-E92B327F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1DB82A-70F9-44BC-6A02-09430364FBDF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42046650"/>
              </p:ext>
            </p:extLst>
          </p:nvPr>
        </p:nvGraphicFramePr>
        <p:xfrm>
          <a:off x="826546" y="1468902"/>
          <a:ext cx="10965628" cy="3920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379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70B005-3867-B7E7-7ECC-FC67FFC8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000"/>
            <a:ext cx="10515600" cy="3586480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63314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{A4E4DD20-2A92-4F7E-AF69-E1B620BF795B}TFb73f27a7-0404-48d9-96f8-0ca8d35477ec68e4afe9_win32-7b62b493978d</Template>
  <TotalTime>68</TotalTime>
  <Words>220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Wingdings</vt:lpstr>
      <vt:lpstr>Custom</vt:lpstr>
      <vt:lpstr>Semi-Supervised Human Activity Recognition</vt:lpstr>
      <vt:lpstr> Problem Statement</vt:lpstr>
      <vt:lpstr>Dataset overview </vt:lpstr>
      <vt:lpstr>Exploratory Data Analysis </vt:lpstr>
      <vt:lpstr>Pseudo-Labeling Approach </vt:lpstr>
      <vt:lpstr> Technical Pipeline </vt:lpstr>
      <vt:lpstr>Metrics</vt:lpstr>
      <vt:lpstr> StreamLit Application </vt:lpstr>
      <vt:lpstr> StreamLit Application </vt:lpstr>
      <vt:lpstr> StreamLit Application </vt:lpstr>
      <vt:lpstr>Real-World Applications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Chandu Vemmasani</dc:creator>
  <cp:lastModifiedBy>Chandu Vemmasani</cp:lastModifiedBy>
  <cp:revision>2</cp:revision>
  <dcterms:created xsi:type="dcterms:W3CDTF">2025-11-20T22:37:46Z</dcterms:created>
  <dcterms:modified xsi:type="dcterms:W3CDTF">2025-11-20T23:46:35Z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